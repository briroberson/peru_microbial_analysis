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b3eceb4a35b7743e6e690556636553b29e50802d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3657600" cy="27432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10288" y="1208751"/>
              <a:ext cx="1096667" cy="15010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10288" y="2454593"/>
              <a:ext cx="1096667" cy="0"/>
            </a:xfrm>
            <a:custGeom>
              <a:avLst/>
              <a:pathLst>
                <a:path w="1096667" h="0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10288" y="2002868"/>
              <a:ext cx="1096667" cy="0"/>
            </a:xfrm>
            <a:custGeom>
              <a:avLst/>
              <a:pathLst>
                <a:path w="1096667" h="0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10288" y="1551143"/>
              <a:ext cx="1096667" cy="0"/>
            </a:xfrm>
            <a:custGeom>
              <a:avLst/>
              <a:pathLst>
                <a:path w="1096667" h="0">
                  <a:moveTo>
                    <a:pt x="0" y="0"/>
                  </a:moveTo>
                  <a:lnTo>
                    <a:pt x="1096667" y="0"/>
                  </a:lnTo>
                  <a:lnTo>
                    <a:pt x="10966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01677" y="1208751"/>
              <a:ext cx="0" cy="1501035"/>
            </a:xfrm>
            <a:custGeom>
              <a:avLst/>
              <a:pathLst>
                <a:path w="0" h="1501035">
                  <a:moveTo>
                    <a:pt x="0" y="150103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53991" y="1208751"/>
              <a:ext cx="0" cy="1501035"/>
            </a:xfrm>
            <a:custGeom>
              <a:avLst/>
              <a:pathLst>
                <a:path w="0" h="1501035">
                  <a:moveTo>
                    <a:pt x="0" y="150103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06306" y="1208751"/>
              <a:ext cx="0" cy="1501035"/>
            </a:xfrm>
            <a:custGeom>
              <a:avLst/>
              <a:pathLst>
                <a:path w="0" h="1501035">
                  <a:moveTo>
                    <a:pt x="0" y="150103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858621" y="1208751"/>
              <a:ext cx="0" cy="1501035"/>
            </a:xfrm>
            <a:custGeom>
              <a:avLst/>
              <a:pathLst>
                <a:path w="0" h="1501035">
                  <a:moveTo>
                    <a:pt x="0" y="150103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010936" y="1208751"/>
              <a:ext cx="0" cy="1501035"/>
            </a:xfrm>
            <a:custGeom>
              <a:avLst/>
              <a:pathLst>
                <a:path w="0" h="1501035">
                  <a:moveTo>
                    <a:pt x="0" y="150103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163251" y="1208751"/>
              <a:ext cx="0" cy="1501035"/>
            </a:xfrm>
            <a:custGeom>
              <a:avLst/>
              <a:pathLst>
                <a:path w="0" h="1501035">
                  <a:moveTo>
                    <a:pt x="0" y="150103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15566" y="1208751"/>
              <a:ext cx="0" cy="1501035"/>
            </a:xfrm>
            <a:custGeom>
              <a:avLst/>
              <a:pathLst>
                <a:path w="0" h="1501035">
                  <a:moveTo>
                    <a:pt x="0" y="150103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348366" y="1424546"/>
              <a:ext cx="106620" cy="578322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500681" y="1456757"/>
              <a:ext cx="106620" cy="546111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652996" y="1523431"/>
              <a:ext cx="106620" cy="479436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805311" y="1606373"/>
              <a:ext cx="106620" cy="396495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957626" y="1656457"/>
              <a:ext cx="106620" cy="346410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109941" y="2002868"/>
              <a:ext cx="106620" cy="461531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262256" y="2002868"/>
              <a:ext cx="106620" cy="539305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86445" y="1276980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401677" y="1276980"/>
              <a:ext cx="0" cy="295131"/>
            </a:xfrm>
            <a:custGeom>
              <a:avLst/>
              <a:pathLst>
                <a:path w="0" h="295131">
                  <a:moveTo>
                    <a:pt x="0" y="0"/>
                  </a:moveTo>
                  <a:lnTo>
                    <a:pt x="0" y="29513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86445" y="1572112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538760" y="1344391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553991" y="1344391"/>
              <a:ext cx="0" cy="224730"/>
            </a:xfrm>
            <a:custGeom>
              <a:avLst/>
              <a:pathLst>
                <a:path w="0" h="224730">
                  <a:moveTo>
                    <a:pt x="0" y="0"/>
                  </a:moveTo>
                  <a:lnTo>
                    <a:pt x="0" y="22473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538760" y="1569122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691075" y="1433293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706306" y="1433293"/>
              <a:ext cx="0" cy="180277"/>
            </a:xfrm>
            <a:custGeom>
              <a:avLst/>
              <a:pathLst>
                <a:path w="0" h="180277">
                  <a:moveTo>
                    <a:pt x="0" y="0"/>
                  </a:moveTo>
                  <a:lnTo>
                    <a:pt x="0" y="18027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91075" y="1613570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43390" y="1504861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58621" y="1504861"/>
              <a:ext cx="0" cy="203023"/>
            </a:xfrm>
            <a:custGeom>
              <a:avLst/>
              <a:pathLst>
                <a:path w="0" h="203023">
                  <a:moveTo>
                    <a:pt x="0" y="0"/>
                  </a:moveTo>
                  <a:lnTo>
                    <a:pt x="0" y="2030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43390" y="1707884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995705" y="1574899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010936" y="1574899"/>
              <a:ext cx="0" cy="163117"/>
            </a:xfrm>
            <a:custGeom>
              <a:avLst/>
              <a:pathLst>
                <a:path w="0" h="163117">
                  <a:moveTo>
                    <a:pt x="0" y="0"/>
                  </a:moveTo>
                  <a:lnTo>
                    <a:pt x="0" y="16311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995705" y="1738016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48020" y="2389173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163251" y="2389173"/>
              <a:ext cx="0" cy="150453"/>
            </a:xfrm>
            <a:custGeom>
              <a:avLst/>
              <a:pathLst>
                <a:path w="0" h="150453">
                  <a:moveTo>
                    <a:pt x="0" y="0"/>
                  </a:moveTo>
                  <a:lnTo>
                    <a:pt x="0" y="15045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148020" y="2539626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300335" y="2442789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315566" y="2442789"/>
              <a:ext cx="0" cy="198768"/>
            </a:xfrm>
            <a:custGeom>
              <a:avLst/>
              <a:pathLst>
                <a:path w="0" h="198768">
                  <a:moveTo>
                    <a:pt x="0" y="0"/>
                  </a:moveTo>
                  <a:lnTo>
                    <a:pt x="0" y="19876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300335" y="2641557"/>
              <a:ext cx="30462" cy="0"/>
            </a:xfrm>
            <a:custGeom>
              <a:avLst/>
              <a:pathLst>
                <a:path w="30462" h="0">
                  <a:moveTo>
                    <a:pt x="0" y="0"/>
                  </a:moveTo>
                  <a:lnTo>
                    <a:pt x="3046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310288" y="1208751"/>
              <a:ext cx="1096667" cy="150103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1148262" y="2414588"/>
              <a:ext cx="9939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185478" y="1962863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85478" y="1511138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8" name="pl48"/>
            <p:cNvSpPr/>
            <p:nvPr/>
          </p:nvSpPr>
          <p:spPr>
            <a:xfrm>
              <a:off x="1275493" y="24545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275493" y="20028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275493" y="15511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401677" y="27097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53991" y="27097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706306" y="27097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858621" y="27097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010936" y="27097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163251" y="27097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315566" y="270978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 rot="-2700000">
              <a:off x="740558" y="3046261"/>
              <a:ext cx="80768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Heterotrichea_X</a:t>
              </a:r>
            </a:p>
          </p:txBody>
        </p:sp>
        <p:sp>
          <p:nvSpPr>
            <p:cNvPr id="59" name="tx59"/>
            <p:cNvSpPr/>
            <p:nvPr/>
          </p:nvSpPr>
          <p:spPr>
            <a:xfrm rot="-2700000">
              <a:off x="686122" y="3131900"/>
              <a:ext cx="104991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Chlamydomonadales</a:t>
              </a:r>
            </a:p>
          </p:txBody>
        </p:sp>
        <p:sp>
          <p:nvSpPr>
            <p:cNvPr id="60" name="tx60"/>
            <p:cNvSpPr/>
            <p:nvPr/>
          </p:nvSpPr>
          <p:spPr>
            <a:xfrm rot="-2700000">
              <a:off x="1103803" y="3021982"/>
              <a:ext cx="73901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Himatismenida</a:t>
              </a:r>
            </a:p>
          </p:txBody>
        </p:sp>
        <p:sp>
          <p:nvSpPr>
            <p:cNvPr id="61" name="tx61"/>
            <p:cNvSpPr/>
            <p:nvPr/>
          </p:nvSpPr>
          <p:spPr>
            <a:xfrm rot="-2700000">
              <a:off x="1409796" y="2958326"/>
              <a:ext cx="55897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Hypotrichia</a:t>
              </a:r>
            </a:p>
          </p:txBody>
        </p:sp>
        <p:sp>
          <p:nvSpPr>
            <p:cNvPr id="62" name="tx62"/>
            <p:cNvSpPr/>
            <p:nvPr/>
          </p:nvSpPr>
          <p:spPr>
            <a:xfrm rot="-2700000">
              <a:off x="1408121" y="3022111"/>
              <a:ext cx="73938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Thecamoebida</a:t>
              </a:r>
            </a:p>
          </p:txBody>
        </p:sp>
        <p:sp>
          <p:nvSpPr>
            <p:cNvPr id="63" name="tx63"/>
            <p:cNvSpPr/>
            <p:nvPr/>
          </p:nvSpPr>
          <p:spPr>
            <a:xfrm rot="-2700000">
              <a:off x="1390991" y="3092297"/>
              <a:ext cx="93790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Ustilaginomycotina</a:t>
              </a:r>
            </a:p>
          </p:txBody>
        </p:sp>
        <p:sp>
          <p:nvSpPr>
            <p:cNvPr id="64" name="tx64"/>
            <p:cNvSpPr/>
            <p:nvPr/>
          </p:nvSpPr>
          <p:spPr>
            <a:xfrm rot="-2700000">
              <a:off x="1649375" y="3048362"/>
              <a:ext cx="81363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Microthamniales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536664" y="1909251"/>
              <a:ext cx="9946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 fold change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2546133" y="1670224"/>
              <a:ext cx="1956276" cy="5780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615723" y="1739813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624723" y="1748813"/>
              <a:ext cx="201456" cy="201456"/>
            </a:xfrm>
            <a:prstGeom prst="rect">
              <a:avLst/>
            </a:prstGeom>
            <a:solidFill>
              <a:srgbClr val="7D26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615723" y="1959269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624723" y="1968269"/>
              <a:ext cx="201456" cy="201455"/>
            </a:xfrm>
            <a:prstGeom prst="rect">
              <a:avLst/>
            </a:prstGeom>
            <a:solidFill>
              <a:srgbClr val="00CDCD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2904768" y="1809536"/>
              <a:ext cx="144712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Positive LFC (more in latrine)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904768" y="2028992"/>
              <a:ext cx="152805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Negative LFC (more in control)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220553" y="983989"/>
              <a:ext cx="1276136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Log fold changes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3657600" cy="27432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35251" y="1423604"/>
              <a:ext cx="1129938" cy="1998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35251" y="3380137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35251" y="2889163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35251" y="2398188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35251" y="1907214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35251" y="3134650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35251" y="2643676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335251" y="2152701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35251" y="1661726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643416" y="1423604"/>
              <a:ext cx="0" cy="1998266"/>
            </a:xfrm>
            <a:custGeom>
              <a:avLst/>
              <a:pathLst>
                <a:path w="0"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57024" y="1423604"/>
              <a:ext cx="0" cy="1998266"/>
            </a:xfrm>
            <a:custGeom>
              <a:avLst/>
              <a:pathLst>
                <a:path w="0"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1618590" y="1489608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43416" y="1661726"/>
              <a:ext cx="0" cy="441877"/>
            </a:xfrm>
            <a:custGeom>
              <a:avLst/>
              <a:pathLst>
                <a:path w="0" h="441877">
                  <a:moveTo>
                    <a:pt x="0" y="4418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43416" y="2435011"/>
              <a:ext cx="0" cy="135018"/>
            </a:xfrm>
            <a:custGeom>
              <a:avLst/>
              <a:pathLst>
                <a:path w="0" h="135018">
                  <a:moveTo>
                    <a:pt x="0" y="0"/>
                  </a:moveTo>
                  <a:lnTo>
                    <a:pt x="0" y="13501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50812" y="2103604"/>
              <a:ext cx="385206" cy="331407"/>
            </a:xfrm>
            <a:custGeom>
              <a:avLst/>
              <a:pathLst>
                <a:path w="385206" h="331407">
                  <a:moveTo>
                    <a:pt x="0" y="0"/>
                  </a:moveTo>
                  <a:lnTo>
                    <a:pt x="0" y="331407"/>
                  </a:lnTo>
                  <a:lnTo>
                    <a:pt x="385206" y="331407"/>
                  </a:lnTo>
                  <a:lnTo>
                    <a:pt x="385206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50812" y="2373640"/>
              <a:ext cx="385206" cy="0"/>
            </a:xfrm>
            <a:custGeom>
              <a:avLst/>
              <a:pathLst>
                <a:path w="385206" h="0">
                  <a:moveTo>
                    <a:pt x="0" y="0"/>
                  </a:moveTo>
                  <a:lnTo>
                    <a:pt x="38520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57024" y="1637178"/>
              <a:ext cx="0" cy="362093"/>
            </a:xfrm>
            <a:custGeom>
              <a:avLst/>
              <a:pathLst>
                <a:path w="0" h="362093">
                  <a:moveTo>
                    <a:pt x="0" y="36209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157024" y="2349091"/>
              <a:ext cx="0" cy="270036"/>
            </a:xfrm>
            <a:custGeom>
              <a:avLst/>
              <a:pathLst>
                <a:path w="0" h="270036">
                  <a:moveTo>
                    <a:pt x="0" y="0"/>
                  </a:moveTo>
                  <a:lnTo>
                    <a:pt x="0" y="27003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964421" y="1999271"/>
              <a:ext cx="385206" cy="349819"/>
            </a:xfrm>
            <a:custGeom>
              <a:avLst/>
              <a:pathLst>
                <a:path w="385206" h="349819">
                  <a:moveTo>
                    <a:pt x="0" y="0"/>
                  </a:moveTo>
                  <a:lnTo>
                    <a:pt x="0" y="349819"/>
                  </a:lnTo>
                  <a:lnTo>
                    <a:pt x="385206" y="349819"/>
                  </a:lnTo>
                  <a:lnTo>
                    <a:pt x="385206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64421" y="2250896"/>
              <a:ext cx="385206" cy="0"/>
            </a:xfrm>
            <a:custGeom>
              <a:avLst/>
              <a:pathLst>
                <a:path w="385206" h="0">
                  <a:moveTo>
                    <a:pt x="0" y="0"/>
                  </a:moveTo>
                  <a:lnTo>
                    <a:pt x="38520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598264" y="1469282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598264" y="1616575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111872" y="1641123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111872" y="1592026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598264" y="2377585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598264" y="2205744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111872" y="2132098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111872" y="2058452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98264" y="2524878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598264" y="2377585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111872" y="2377585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111872" y="2573975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98264" y="2279390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598264" y="2426683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111872" y="2279390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111872" y="2279390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335251" y="1423604"/>
              <a:ext cx="1129938" cy="199826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534778" y="1423604"/>
              <a:ext cx="1129938" cy="1998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534778" y="3380137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534778" y="2889163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34778" y="2398188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34778" y="1907214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34778" y="3134650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34778" y="2643676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34778" y="2152701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34778" y="1661726"/>
              <a:ext cx="1129938" cy="0"/>
            </a:xfrm>
            <a:custGeom>
              <a:avLst/>
              <a:pathLst>
                <a:path w="1129938" h="0">
                  <a:moveTo>
                    <a:pt x="0" y="0"/>
                  </a:moveTo>
                  <a:lnTo>
                    <a:pt x="1129938" y="0"/>
                  </a:lnTo>
                  <a:lnTo>
                    <a:pt x="112993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842943" y="1423604"/>
              <a:ext cx="0" cy="1998266"/>
            </a:xfrm>
            <a:custGeom>
              <a:avLst/>
              <a:pathLst>
                <a:path w="0"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356551" y="1423604"/>
              <a:ext cx="0" cy="1998266"/>
            </a:xfrm>
            <a:custGeom>
              <a:avLst/>
              <a:pathLst>
                <a:path w="0"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42943" y="1980860"/>
              <a:ext cx="0" cy="441877"/>
            </a:xfrm>
            <a:custGeom>
              <a:avLst/>
              <a:pathLst>
                <a:path w="0" h="441877">
                  <a:moveTo>
                    <a:pt x="0" y="4418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42943" y="3067141"/>
              <a:ext cx="0" cy="263898"/>
            </a:xfrm>
            <a:custGeom>
              <a:avLst/>
              <a:pathLst>
                <a:path w="0" h="263898">
                  <a:moveTo>
                    <a:pt x="0" y="0"/>
                  </a:moveTo>
                  <a:lnTo>
                    <a:pt x="0" y="26389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650340" y="2422737"/>
              <a:ext cx="385206" cy="644404"/>
            </a:xfrm>
            <a:custGeom>
              <a:avLst/>
              <a:pathLst>
                <a:path w="385206" h="644404">
                  <a:moveTo>
                    <a:pt x="0" y="0"/>
                  </a:moveTo>
                  <a:lnTo>
                    <a:pt x="0" y="644404"/>
                  </a:lnTo>
                  <a:lnTo>
                    <a:pt x="385206" y="644404"/>
                  </a:lnTo>
                  <a:lnTo>
                    <a:pt x="385206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50340" y="2655950"/>
              <a:ext cx="385206" cy="0"/>
            </a:xfrm>
            <a:custGeom>
              <a:avLst/>
              <a:pathLst>
                <a:path w="385206" h="0">
                  <a:moveTo>
                    <a:pt x="0" y="0"/>
                  </a:moveTo>
                  <a:lnTo>
                    <a:pt x="38520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356551" y="1980860"/>
              <a:ext cx="0" cy="251624"/>
            </a:xfrm>
            <a:custGeom>
              <a:avLst/>
              <a:pathLst>
                <a:path w="0" h="251624">
                  <a:moveTo>
                    <a:pt x="0" y="2516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56551" y="2471834"/>
              <a:ext cx="0" cy="196389"/>
            </a:xfrm>
            <a:custGeom>
              <a:avLst/>
              <a:pathLst>
                <a:path w="0" h="196389">
                  <a:moveTo>
                    <a:pt x="0" y="0"/>
                  </a:moveTo>
                  <a:lnTo>
                    <a:pt x="0" y="19638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163948" y="2232484"/>
              <a:ext cx="385206" cy="239350"/>
            </a:xfrm>
            <a:custGeom>
              <a:avLst/>
              <a:pathLst>
                <a:path w="385206" h="239350">
                  <a:moveTo>
                    <a:pt x="0" y="0"/>
                  </a:moveTo>
                  <a:lnTo>
                    <a:pt x="0" y="239350"/>
                  </a:lnTo>
                  <a:lnTo>
                    <a:pt x="385206" y="239350"/>
                  </a:lnTo>
                  <a:lnTo>
                    <a:pt x="385206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63948" y="2373640"/>
              <a:ext cx="385206" cy="0"/>
            </a:xfrm>
            <a:custGeom>
              <a:avLst/>
              <a:pathLst>
                <a:path w="385206" h="0">
                  <a:moveTo>
                    <a:pt x="0" y="0"/>
                  </a:moveTo>
                  <a:lnTo>
                    <a:pt x="38520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797791" y="2402134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797791" y="2303939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311399" y="2254842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311399" y="2230293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797791" y="2426683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797791" y="2573975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311399" y="1935708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311399" y="1935708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797791" y="2107549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797791" y="223029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311399" y="2303939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311399" y="223029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797791" y="2524878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797791" y="2426683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311399" y="2156647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311399" y="2132098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797791" y="193570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797791" y="1935708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11399" y="2156647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311399" y="2107549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797791" y="3236791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797791" y="3285888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311399" y="2205744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311399" y="2279390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797791" y="2279390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797791" y="2279390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311399" y="2009354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311399" y="2083000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797791" y="2721267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797791" y="2745816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311399" y="2328488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311399" y="2402134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797791" y="2451231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797791" y="2524878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311399" y="2426683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311399" y="2475780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797791" y="2893108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797791" y="2893108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11399" y="2573975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311399" y="2598524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797791" y="3040401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797791" y="3015852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311399" y="2426683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311399" y="2549426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797791" y="2500329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797791" y="2549426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311399" y="2328488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311399" y="2254842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797791" y="3114047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97791" y="3138596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311399" y="2353036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311399" y="2156647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797791" y="3261339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797791" y="3138596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311399" y="2475780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311399" y="2426683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797791" y="1960257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797791" y="2083000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311399" y="2328488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311399" y="2181195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797791" y="2794914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797791" y="2770365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311399" y="2475780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311399" y="2328488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797791" y="2991303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311399" y="2426683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311399" y="2451231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797791" y="2647621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311399" y="2623072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311399" y="2598524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797791" y="3114047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797791" y="3064950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311399" y="2279390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311399" y="2377585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534778" y="1423604"/>
              <a:ext cx="1129938" cy="199826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1335251" y="1208751"/>
              <a:ext cx="1129938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1844350" y="1276173"/>
              <a:ext cx="11173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lia</a:t>
              </a:r>
            </a:p>
          </p:txBody>
        </p:sp>
        <p:sp>
          <p:nvSpPr>
            <p:cNvPr id="138" name="rc138"/>
            <p:cNvSpPr/>
            <p:nvPr/>
          </p:nvSpPr>
          <p:spPr>
            <a:xfrm>
              <a:off x="2534778" y="1208751"/>
              <a:ext cx="1129938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tx139"/>
            <p:cNvSpPr/>
            <p:nvPr/>
          </p:nvSpPr>
          <p:spPr>
            <a:xfrm>
              <a:off x="3003506" y="1276173"/>
              <a:ext cx="19248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rgm</a:t>
              </a:r>
            </a:p>
          </p:txBody>
        </p:sp>
        <p:sp>
          <p:nvSpPr>
            <p:cNvPr id="140" name="pl140"/>
            <p:cNvSpPr/>
            <p:nvPr/>
          </p:nvSpPr>
          <p:spPr>
            <a:xfrm>
              <a:off x="1643416" y="342187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157024" y="342187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tx142"/>
            <p:cNvSpPr/>
            <p:nvPr/>
          </p:nvSpPr>
          <p:spPr>
            <a:xfrm>
              <a:off x="1475669" y="3484500"/>
              <a:ext cx="33549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control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2004822" y="3484500"/>
              <a:ext cx="30440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4" name="pl144"/>
            <p:cNvSpPr/>
            <p:nvPr/>
          </p:nvSpPr>
          <p:spPr>
            <a:xfrm>
              <a:off x="2842943" y="342187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356551" y="342187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2675196" y="3484500"/>
              <a:ext cx="33549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control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204349" y="3484500"/>
              <a:ext cx="30440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148262" y="309464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148262" y="260367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1148262" y="2112696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1148262" y="1621721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52" name="pl152"/>
            <p:cNvSpPr/>
            <p:nvPr/>
          </p:nvSpPr>
          <p:spPr>
            <a:xfrm>
              <a:off x="1300456" y="31346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1300456" y="26436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300456" y="21527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300456" y="16617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 rot="-5400000">
              <a:off x="587505" y="2372719"/>
              <a:ext cx="89300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ASV Richness</a:t>
              </a:r>
            </a:p>
          </p:txBody>
        </p:sp>
        <p:sp>
          <p:nvSpPr>
            <p:cNvPr id="157" name="rc157"/>
            <p:cNvSpPr/>
            <p:nvPr/>
          </p:nvSpPr>
          <p:spPr>
            <a:xfrm>
              <a:off x="3803894" y="1704974"/>
              <a:ext cx="698516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3873483" y="1789285"/>
              <a:ext cx="55933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elevation</a:t>
              </a:r>
            </a:p>
          </p:txBody>
        </p:sp>
        <p:pic>
          <p:nvPicPr>
            <p:cNvPr id="159" name="pic1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3483" y="1973631"/>
              <a:ext cx="219455" cy="1097280"/>
            </a:xfrm>
            <a:prstGeom prst="rect">
              <a:avLst/>
            </a:prstGeom>
          </p:spPr>
        </p:pic>
        <p:sp>
          <p:nvSpPr>
            <p:cNvPr id="160" name="pl160"/>
            <p:cNvSpPr/>
            <p:nvPr/>
          </p:nvSpPr>
          <p:spPr>
            <a:xfrm>
              <a:off x="4049048" y="274246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049048" y="237547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049048" y="200848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873483" y="274246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873483" y="237547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873483" y="200848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tx166"/>
            <p:cNvSpPr/>
            <p:nvPr/>
          </p:nvSpPr>
          <p:spPr>
            <a:xfrm>
              <a:off x="4162528" y="2702458"/>
              <a:ext cx="24871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5200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162528" y="2335471"/>
              <a:ext cx="24871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5300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4162528" y="1968484"/>
              <a:ext cx="24871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5400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1335251" y="983989"/>
              <a:ext cx="2650754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a) 18S  Wet Season Alpha Diversity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3657600" cy="2743200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465736" y="1208751"/>
              <a:ext cx="1443045" cy="20488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65736" y="3023194"/>
              <a:ext cx="1443045" cy="0"/>
            </a:xfrm>
            <a:custGeom>
              <a:avLst/>
              <a:pathLst>
                <a:path w="1443045" h="0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65736" y="2479285"/>
              <a:ext cx="1443045" cy="0"/>
            </a:xfrm>
            <a:custGeom>
              <a:avLst/>
              <a:pathLst>
                <a:path w="1443045" h="0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5736" y="1935376"/>
              <a:ext cx="1443045" cy="0"/>
            </a:xfrm>
            <a:custGeom>
              <a:avLst/>
              <a:pathLst>
                <a:path w="1443045" h="0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65736" y="1391467"/>
              <a:ext cx="1443045" cy="0"/>
            </a:xfrm>
            <a:custGeom>
              <a:avLst/>
              <a:pathLst>
                <a:path w="1443045" h="0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59915" y="1208751"/>
              <a:ext cx="0" cy="2048845"/>
            </a:xfrm>
            <a:custGeom>
              <a:avLst/>
              <a:pathLst>
                <a:path w="0"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922459" y="1208751"/>
              <a:ext cx="0" cy="2048845"/>
            </a:xfrm>
            <a:custGeom>
              <a:avLst/>
              <a:pathLst>
                <a:path w="0"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285004" y="1208751"/>
              <a:ext cx="0" cy="2048845"/>
            </a:xfrm>
            <a:custGeom>
              <a:avLst/>
              <a:pathLst>
                <a:path w="0"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47549" y="1208751"/>
              <a:ext cx="0" cy="2048845"/>
            </a:xfrm>
            <a:custGeom>
              <a:avLst/>
              <a:pathLst>
                <a:path w="0"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65736" y="2751239"/>
              <a:ext cx="1443045" cy="0"/>
            </a:xfrm>
            <a:custGeom>
              <a:avLst/>
              <a:pathLst>
                <a:path w="1443045" h="0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65736" y="2207330"/>
              <a:ext cx="1443045" cy="0"/>
            </a:xfrm>
            <a:custGeom>
              <a:avLst/>
              <a:pathLst>
                <a:path w="1443045" h="0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65736" y="1663422"/>
              <a:ext cx="1443045" cy="0"/>
            </a:xfrm>
            <a:custGeom>
              <a:avLst/>
              <a:pathLst>
                <a:path w="1443045" h="0">
                  <a:moveTo>
                    <a:pt x="0" y="0"/>
                  </a:moveTo>
                  <a:lnTo>
                    <a:pt x="1443045" y="0"/>
                  </a:lnTo>
                  <a:lnTo>
                    <a:pt x="14430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741187" y="1208751"/>
              <a:ext cx="0" cy="2048845"/>
            </a:xfrm>
            <a:custGeom>
              <a:avLst/>
              <a:pathLst>
                <a:path w="0"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103732" y="1208751"/>
              <a:ext cx="0" cy="2048845"/>
            </a:xfrm>
            <a:custGeom>
              <a:avLst/>
              <a:pathLst>
                <a:path w="0"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66276" y="1208751"/>
              <a:ext cx="0" cy="2048845"/>
            </a:xfrm>
            <a:custGeom>
              <a:avLst/>
              <a:pathLst>
                <a:path w="0"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828821" y="1208751"/>
              <a:ext cx="0" cy="2048845"/>
            </a:xfrm>
            <a:custGeom>
              <a:avLst/>
              <a:pathLst>
                <a:path w="0" h="2048845">
                  <a:moveTo>
                    <a:pt x="0" y="20488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709844" y="1301881"/>
              <a:ext cx="395939" cy="69530"/>
            </a:xfrm>
            <a:custGeom>
              <a:avLst/>
              <a:pathLst>
                <a:path w="395939" h="69530">
                  <a:moveTo>
                    <a:pt x="97091" y="69530"/>
                  </a:moveTo>
                  <a:lnTo>
                    <a:pt x="0" y="0"/>
                  </a:lnTo>
                  <a:lnTo>
                    <a:pt x="395939" y="25284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  <a:ln w="13550" cap="flat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531329" y="1672168"/>
              <a:ext cx="626567" cy="1492298"/>
            </a:xfrm>
            <a:custGeom>
              <a:avLst/>
              <a:pathLst>
                <a:path w="626567" h="1492298">
                  <a:moveTo>
                    <a:pt x="626567" y="1071382"/>
                  </a:moveTo>
                  <a:lnTo>
                    <a:pt x="380760" y="1371971"/>
                  </a:lnTo>
                  <a:lnTo>
                    <a:pt x="120632" y="1492298"/>
                  </a:lnTo>
                  <a:lnTo>
                    <a:pt x="28295" y="1449857"/>
                  </a:lnTo>
                  <a:lnTo>
                    <a:pt x="0" y="829748"/>
                  </a:lnTo>
                  <a:lnTo>
                    <a:pt x="139514" y="504422"/>
                  </a:lnTo>
                  <a:lnTo>
                    <a:pt x="378485" y="0"/>
                  </a:lnTo>
                  <a:lnTo>
                    <a:pt x="484211" y="38448"/>
                  </a:lnTo>
                  <a:close/>
                </a:path>
              </a:pathLst>
            </a:custGeom>
            <a:solidFill>
              <a:srgbClr val="7CAE00">
                <a:alpha val="10196"/>
              </a:srgbClr>
            </a:solidFill>
            <a:ln w="13550" cap="flat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778037" y="1443503"/>
              <a:ext cx="441478" cy="968735"/>
            </a:xfrm>
            <a:custGeom>
              <a:avLst/>
              <a:pathLst>
                <a:path w="441478" h="968735">
                  <a:moveTo>
                    <a:pt x="407597" y="610855"/>
                  </a:moveTo>
                  <a:lnTo>
                    <a:pt x="441478" y="9687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FC4">
                <a:alpha val="10196"/>
              </a:srgbClr>
            </a:solidFill>
            <a:ln w="13550" cap="flat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861099" y="1590009"/>
              <a:ext cx="982089" cy="1192998"/>
            </a:xfrm>
            <a:custGeom>
              <a:avLst/>
              <a:pathLst>
                <a:path w="982089" h="1192998">
                  <a:moveTo>
                    <a:pt x="898946" y="578237"/>
                  </a:moveTo>
                  <a:lnTo>
                    <a:pt x="982089" y="855416"/>
                  </a:lnTo>
                  <a:lnTo>
                    <a:pt x="795057" y="1192998"/>
                  </a:lnTo>
                  <a:lnTo>
                    <a:pt x="86692" y="954966"/>
                  </a:lnTo>
                  <a:lnTo>
                    <a:pt x="0" y="0"/>
                  </a:lnTo>
                  <a:lnTo>
                    <a:pt x="113828" y="24070"/>
                  </a:lnTo>
                  <a:lnTo>
                    <a:pt x="651664" y="225816"/>
                  </a:lnTo>
                  <a:lnTo>
                    <a:pt x="809442" y="379503"/>
                  </a:lnTo>
                  <a:close/>
                </a:path>
              </a:pathLst>
            </a:custGeom>
            <a:solidFill>
              <a:srgbClr val="C77CFF">
                <a:alpha val="10196"/>
              </a:srgbClr>
            </a:solidFill>
            <a:ln w="13550" cap="flat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467612" y="1770673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829604" y="2635583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388695" y="1932971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625691" y="2131439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277216" y="1714076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814488" y="2392321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611005" y="2737856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866937" y="2998988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048077" y="2404916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711266" y="2153673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625390" y="1924361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580792" y="2919455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674612" y="2333601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514473" y="3076874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230587" y="1788768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060632" y="1282013"/>
              <a:ext cx="90303" cy="90303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973363" y="1890731"/>
              <a:ext cx="90303" cy="90303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909013" y="1927543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415851" y="2509262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735009" y="2671082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714894" y="2123095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486177" y="2456765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929776" y="1568928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112744" y="2698399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644726" y="2644406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691307" y="2872471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617647" y="2421608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971510" y="2147002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815947" y="1544857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664692" y="1256729"/>
              <a:ext cx="90303" cy="90303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732885" y="1398351"/>
              <a:ext cx="90303" cy="90303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761784" y="1326259"/>
              <a:ext cx="90303" cy="90303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140483" y="2009206"/>
              <a:ext cx="90303" cy="90303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811460" y="2151681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516468" y="2133599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765655" y="1276931"/>
              <a:ext cx="90303" cy="90303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174364" y="2367086"/>
              <a:ext cx="90303" cy="90303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864662" y="1627016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601849" y="2196097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839156" y="2168992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383494" y="2220512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970388" y="1665465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902640" y="2499824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606809" y="3119315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798036" y="2400273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814800" y="1969159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465736" y="1208751"/>
              <a:ext cx="1443045" cy="204884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148262" y="2711234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-0.03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185478" y="216732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185478" y="162341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75" name="pl75"/>
            <p:cNvSpPr/>
            <p:nvPr/>
          </p:nvSpPr>
          <p:spPr>
            <a:xfrm>
              <a:off x="1430941" y="27512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430941" y="22073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430941" y="16634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741187" y="32575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103732" y="32575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466276" y="32575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28821" y="325759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1613765" y="3320227"/>
              <a:ext cx="25484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-0.04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1994918" y="33202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357463" y="33202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20007" y="33202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950337" y="3458531"/>
              <a:ext cx="4738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PCoA 1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797085" y="2183156"/>
              <a:ext cx="4738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PCoA 2</a:t>
              </a:r>
            </a:p>
          </p:txBody>
        </p:sp>
        <p:sp>
          <p:nvSpPr>
            <p:cNvPr id="88" name="rc88"/>
            <p:cNvSpPr/>
            <p:nvPr/>
          </p:nvSpPr>
          <p:spPr>
            <a:xfrm>
              <a:off x="3047959" y="1625139"/>
              <a:ext cx="1454451" cy="12160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3117548" y="1709450"/>
              <a:ext cx="131527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 &amp; Soil Age</a:t>
              </a:r>
            </a:p>
          </p:txBody>
        </p:sp>
        <p:sp>
          <p:nvSpPr>
            <p:cNvPr id="90" name="rc90"/>
            <p:cNvSpPr/>
            <p:nvPr/>
          </p:nvSpPr>
          <p:spPr>
            <a:xfrm>
              <a:off x="3117548" y="1893796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182125" y="1958372"/>
              <a:ext cx="90303" cy="90303"/>
            </a:xfrm>
            <a:prstGeom prst="ellipse">
              <a:avLst/>
            </a:prstGeom>
            <a:solidFill>
              <a:srgbClr val="008B8B">
                <a:alpha val="100000"/>
              </a:srgbClr>
            </a:solidFill>
            <a:ln w="9000" cap="rnd">
              <a:solidFill>
                <a:srgbClr val="008B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3117548" y="2113252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182125" y="2177828"/>
              <a:ext cx="90303" cy="90303"/>
            </a:xfrm>
            <a:prstGeom prst="ellipse">
              <a:avLst/>
            </a:prstGeom>
            <a:solidFill>
              <a:srgbClr val="00EEEE">
                <a:alpha val="100000"/>
              </a:srgbClr>
            </a:solidFill>
            <a:ln w="9000" cap="rnd">
              <a:solidFill>
                <a:srgbClr val="00EE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3117548" y="2332708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182125" y="2397284"/>
              <a:ext cx="90303" cy="90303"/>
            </a:xfrm>
            <a:prstGeom prst="ellipse">
              <a:avLst/>
            </a:prstGeom>
            <a:solidFill>
              <a:srgbClr val="551A8B">
                <a:alpha val="100000"/>
              </a:srgbClr>
            </a:solidFill>
            <a:ln w="9000" cap="rnd">
              <a:solidFill>
                <a:srgbClr val="551A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3117548" y="2552164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182125" y="2616740"/>
              <a:ext cx="90303" cy="90303"/>
            </a:xfrm>
            <a:prstGeom prst="ellipse">
              <a:avLst/>
            </a:prstGeom>
            <a:solidFill>
              <a:srgbClr val="9B30FF">
                <a:alpha val="100000"/>
              </a:srgbClr>
            </a:solidFill>
            <a:ln w="9000" cap="rnd">
              <a:solidFill>
                <a:srgbClr val="9B3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3406593" y="1963519"/>
              <a:ext cx="55302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Control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406593" y="2182975"/>
              <a:ext cx="6520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Control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406593" y="2402431"/>
              <a:ext cx="5345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LIA Latrine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406593" y="2621887"/>
              <a:ext cx="63358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Latrine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465736" y="983989"/>
              <a:ext cx="838230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by Soil Age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2026-03-31T10:51:21Z</dcterms:modified>
  <cp:category/>
</cp:coreProperties>
</file>