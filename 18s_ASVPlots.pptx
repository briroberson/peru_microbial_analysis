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15499D-6EAB-4DF0-9D97-00CF899AF250}" v="4" dt="2026-04-07T18:57:25.2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880" y="-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ckhoff, Amanda Bryn - eckhofax" userId="cd4a9e7b-1ef2-42f1-9b2d-d5ebde744648" providerId="ADAL" clId="{462F397F-3FFD-40DA-ACDE-BEFE90E09729}"/>
    <pc:docChg chg="custSel modSld">
      <pc:chgData name="Eckhoff, Amanda Bryn - eckhofax" userId="cd4a9e7b-1ef2-42f1-9b2d-d5ebde744648" providerId="ADAL" clId="{462F397F-3FFD-40DA-ACDE-BEFE90E09729}" dt="2026-04-07T18:57:25.289" v="434" actId="164"/>
      <pc:docMkLst>
        <pc:docMk/>
      </pc:docMkLst>
      <pc:sldChg chg="delSp modSp mod">
        <pc:chgData name="Eckhoff, Amanda Bryn - eckhofax" userId="cd4a9e7b-1ef2-42f1-9b2d-d5ebde744648" providerId="ADAL" clId="{462F397F-3FFD-40DA-ACDE-BEFE90E09729}" dt="2026-04-07T18:41:34.431" v="47" actId="478"/>
        <pc:sldMkLst>
          <pc:docMk/>
          <pc:sldMk cId="0" sldId="256"/>
        </pc:sldMkLst>
        <pc:spChg chg="del">
          <ac:chgData name="Eckhoff, Amanda Bryn - eckhofax" userId="cd4a9e7b-1ef2-42f1-9b2d-d5ebde744648" providerId="ADAL" clId="{462F397F-3FFD-40DA-ACDE-BEFE90E09729}" dt="2026-04-07T18:41:32.384" v="46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41:30.607" v="45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0:09.643" v="10" actId="20577"/>
          <ac:spMkLst>
            <pc:docMk/>
            <pc:sldMk cId="0" sldId="256"/>
            <ac:spMk id="136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0:12.471" v="16" actId="20577"/>
          <ac:spMkLst>
            <pc:docMk/>
            <pc:sldMk cId="0" sldId="256"/>
            <ac:spMk id="138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1:12.232" v="40" actId="403"/>
          <ac:spMkLst>
            <pc:docMk/>
            <pc:sldMk cId="0" sldId="256"/>
            <ac:spMk id="141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1:12.232" v="40" actId="403"/>
          <ac:spMkLst>
            <pc:docMk/>
            <pc:sldMk cId="0" sldId="256"/>
            <ac:spMk id="142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1:12.232" v="40" actId="403"/>
          <ac:spMkLst>
            <pc:docMk/>
            <pc:sldMk cId="0" sldId="256"/>
            <ac:spMk id="145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1:12.232" v="40" actId="403"/>
          <ac:spMkLst>
            <pc:docMk/>
            <pc:sldMk cId="0" sldId="256"/>
            <ac:spMk id="146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0:23.109" v="17" actId="255"/>
          <ac:spMkLst>
            <pc:docMk/>
            <pc:sldMk cId="0" sldId="256"/>
            <ac:spMk id="147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0:23.109" v="17" actId="255"/>
          <ac:spMkLst>
            <pc:docMk/>
            <pc:sldMk cId="0" sldId="256"/>
            <ac:spMk id="148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0:23.109" v="17" actId="255"/>
          <ac:spMkLst>
            <pc:docMk/>
            <pc:sldMk cId="0" sldId="256"/>
            <ac:spMk id="149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0:29.387" v="18" actId="255"/>
          <ac:spMkLst>
            <pc:docMk/>
            <pc:sldMk cId="0" sldId="256"/>
            <ac:spMk id="153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41:34.431" v="47" actId="478"/>
          <ac:spMkLst>
            <pc:docMk/>
            <pc:sldMk cId="0" sldId="256"/>
            <ac:spMk id="154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1:26.830" v="44" actId="20577"/>
          <ac:spMkLst>
            <pc:docMk/>
            <pc:sldMk cId="0" sldId="256"/>
            <ac:spMk id="155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1:19.537" v="41" actId="255"/>
          <ac:spMkLst>
            <pc:docMk/>
            <pc:sldMk cId="0" sldId="256"/>
            <ac:spMk id="163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1:24.064" v="42" actId="255"/>
          <ac:spMkLst>
            <pc:docMk/>
            <pc:sldMk cId="0" sldId="256"/>
            <ac:spMk id="164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41:19.537" v="41" actId="255"/>
          <ac:spMkLst>
            <pc:docMk/>
            <pc:sldMk cId="0" sldId="256"/>
            <ac:spMk id="165" creationId="{00000000-0000-0000-0000-000000000000}"/>
          </ac:spMkLst>
        </pc:spChg>
        <pc:grpChg chg="mod">
          <ac:chgData name="Eckhoff, Amanda Bryn - eckhofax" userId="cd4a9e7b-1ef2-42f1-9b2d-d5ebde744648" providerId="ADAL" clId="{462F397F-3FFD-40DA-ACDE-BEFE90E09729}" dt="2026-04-07T18:40:49.478" v="37" actId="14100"/>
          <ac:grpSpMkLst>
            <pc:docMk/>
            <pc:sldMk cId="0" sldId="256"/>
            <ac:grpSpMk id="2" creationId="{00000000-0000-0000-0000-000000000000}"/>
          </ac:grpSpMkLst>
        </pc:grpChg>
      </pc:sldChg>
      <pc:sldChg chg="addSp delSp modSp mod">
        <pc:chgData name="Eckhoff, Amanda Bryn - eckhofax" userId="cd4a9e7b-1ef2-42f1-9b2d-d5ebde744648" providerId="ADAL" clId="{462F397F-3FFD-40DA-ACDE-BEFE90E09729}" dt="2026-04-07T18:57:25.289" v="434" actId="164"/>
        <pc:sldMkLst>
          <pc:docMk/>
          <pc:sldMk cId="0" sldId="257"/>
        </pc:sldMkLst>
        <pc:spChg chg="del">
          <ac:chgData name="Eckhoff, Amanda Bryn - eckhofax" userId="cd4a9e7b-1ef2-42f1-9b2d-d5ebde744648" providerId="ADAL" clId="{462F397F-3FFD-40DA-ACDE-BEFE90E09729}" dt="2026-04-07T18:55:45.129" v="55" actId="478"/>
          <ac:spMkLst>
            <pc:docMk/>
            <pc:sldMk cId="0" sldId="257"/>
            <ac:spMk id="3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41.097" v="54" actId="4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0.604" v="60" actId="571"/>
          <ac:spMkLst>
            <pc:docMk/>
            <pc:sldMk cId="0" sldId="257"/>
            <ac:spMk id="15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0.604" v="60" actId="571"/>
          <ac:spMkLst>
            <pc:docMk/>
            <pc:sldMk cId="0" sldId="257"/>
            <ac:spMk id="23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0.604" v="60" actId="571"/>
          <ac:spMkLst>
            <pc:docMk/>
            <pc:sldMk cId="0" sldId="257"/>
            <ac:spMk id="26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0.604" v="60" actId="571"/>
          <ac:spMkLst>
            <pc:docMk/>
            <pc:sldMk cId="0" sldId="257"/>
            <ac:spMk id="27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0.604" v="60" actId="571"/>
          <ac:spMkLst>
            <pc:docMk/>
            <pc:sldMk cId="0" sldId="257"/>
            <ac:spMk id="30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0.604" v="60" actId="571"/>
          <ac:spMkLst>
            <pc:docMk/>
            <pc:sldMk cId="0" sldId="257"/>
            <ac:spMk id="35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0.604" v="60" actId="571"/>
          <ac:spMkLst>
            <pc:docMk/>
            <pc:sldMk cId="0" sldId="257"/>
            <ac:spMk id="57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0.604" v="60" actId="571"/>
          <ac:spMkLst>
            <pc:docMk/>
            <pc:sldMk cId="0" sldId="257"/>
            <ac:spMk id="59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3.744" v="61" actId="255"/>
          <ac:spMkLst>
            <pc:docMk/>
            <pc:sldMk cId="0" sldId="257"/>
            <ac:spMk id="68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3.744" v="61" actId="255"/>
          <ac:spMkLst>
            <pc:docMk/>
            <pc:sldMk cId="0" sldId="257"/>
            <ac:spMk id="69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3.744" v="61" actId="255"/>
          <ac:spMkLst>
            <pc:docMk/>
            <pc:sldMk cId="0" sldId="257"/>
            <ac:spMk id="70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3.744" v="61" actId="255"/>
          <ac:spMkLst>
            <pc:docMk/>
            <pc:sldMk cId="0" sldId="257"/>
            <ac:spMk id="76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03.744" v="61" actId="255"/>
          <ac:spMkLst>
            <pc:docMk/>
            <pc:sldMk cId="0" sldId="257"/>
            <ac:spMk id="77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10.268" v="63" actId="113"/>
          <ac:spMkLst>
            <pc:docMk/>
            <pc:sldMk cId="0" sldId="257"/>
            <ac:spMk id="78" creationId="{00000000-0000-0000-0000-000000000000}"/>
          </ac:spMkLst>
        </pc:spChg>
        <pc:spChg chg="mod">
          <ac:chgData name="Eckhoff, Amanda Bryn - eckhofax" userId="cd4a9e7b-1ef2-42f1-9b2d-d5ebde744648" providerId="ADAL" clId="{462F397F-3FFD-40DA-ACDE-BEFE90E09729}" dt="2026-04-07T18:56:10.268" v="63" actId="113"/>
          <ac:spMkLst>
            <pc:docMk/>
            <pc:sldMk cId="0" sldId="257"/>
            <ac:spMk id="79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19.636" v="49" actId="478"/>
          <ac:spMkLst>
            <pc:docMk/>
            <pc:sldMk cId="0" sldId="257"/>
            <ac:spMk id="80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19.636" v="49" actId="478"/>
          <ac:spMkLst>
            <pc:docMk/>
            <pc:sldMk cId="0" sldId="257"/>
            <ac:spMk id="81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32.371" v="52" actId="478"/>
          <ac:spMkLst>
            <pc:docMk/>
            <pc:sldMk cId="0" sldId="257"/>
            <ac:spMk id="82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19.636" v="49" actId="478"/>
          <ac:spMkLst>
            <pc:docMk/>
            <pc:sldMk cId="0" sldId="257"/>
            <ac:spMk id="83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19.636" v="49" actId="478"/>
          <ac:spMkLst>
            <pc:docMk/>
            <pc:sldMk cId="0" sldId="257"/>
            <ac:spMk id="84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22.978" v="50" actId="478"/>
          <ac:spMkLst>
            <pc:docMk/>
            <pc:sldMk cId="0" sldId="257"/>
            <ac:spMk id="85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26.983" v="51" actId="478"/>
          <ac:spMkLst>
            <pc:docMk/>
            <pc:sldMk cId="0" sldId="257"/>
            <ac:spMk id="86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19.636" v="49" actId="478"/>
          <ac:spMkLst>
            <pc:docMk/>
            <pc:sldMk cId="0" sldId="257"/>
            <ac:spMk id="87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38.558" v="53" actId="478"/>
          <ac:spMkLst>
            <pc:docMk/>
            <pc:sldMk cId="0" sldId="257"/>
            <ac:spMk id="88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19.636" v="49" actId="478"/>
          <ac:spMkLst>
            <pc:docMk/>
            <pc:sldMk cId="0" sldId="257"/>
            <ac:spMk id="89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19.636" v="49" actId="478"/>
          <ac:spMkLst>
            <pc:docMk/>
            <pc:sldMk cId="0" sldId="257"/>
            <ac:spMk id="90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19.636" v="49" actId="478"/>
          <ac:spMkLst>
            <pc:docMk/>
            <pc:sldMk cId="0" sldId="257"/>
            <ac:spMk id="91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19.636" v="49" actId="478"/>
          <ac:spMkLst>
            <pc:docMk/>
            <pc:sldMk cId="0" sldId="257"/>
            <ac:spMk id="92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19.636" v="49" actId="478"/>
          <ac:spMkLst>
            <pc:docMk/>
            <pc:sldMk cId="0" sldId="257"/>
            <ac:spMk id="93" creationId="{00000000-0000-0000-0000-000000000000}"/>
          </ac:spMkLst>
        </pc:spChg>
        <pc:spChg chg="del">
          <ac:chgData name="Eckhoff, Amanda Bryn - eckhofax" userId="cd4a9e7b-1ef2-42f1-9b2d-d5ebde744648" providerId="ADAL" clId="{462F397F-3FFD-40DA-ACDE-BEFE90E09729}" dt="2026-04-07T18:55:54.543" v="58" actId="478"/>
          <ac:spMkLst>
            <pc:docMk/>
            <pc:sldMk cId="0" sldId="257"/>
            <ac:spMk id="94" creationId="{00000000-0000-0000-0000-000000000000}"/>
          </ac:spMkLst>
        </pc:spChg>
        <pc:spChg chg="add mod">
          <ac:chgData name="Eckhoff, Amanda Bryn - eckhofax" userId="cd4a9e7b-1ef2-42f1-9b2d-d5ebde744648" providerId="ADAL" clId="{462F397F-3FFD-40DA-ACDE-BEFE90E09729}" dt="2026-04-07T18:56:00.604" v="60" actId="571"/>
          <ac:spMkLst>
            <pc:docMk/>
            <pc:sldMk cId="0" sldId="257"/>
            <ac:spMk id="98" creationId="{E3C6932F-6FB1-A739-619E-6E414A391F7C}"/>
          </ac:spMkLst>
        </pc:spChg>
        <pc:spChg chg="add mod">
          <ac:chgData name="Eckhoff, Amanda Bryn - eckhofax" userId="cd4a9e7b-1ef2-42f1-9b2d-d5ebde744648" providerId="ADAL" clId="{462F397F-3FFD-40DA-ACDE-BEFE90E09729}" dt="2026-04-07T18:56:49.785" v="431" actId="1076"/>
          <ac:spMkLst>
            <pc:docMk/>
            <pc:sldMk cId="0" sldId="257"/>
            <ac:spMk id="99" creationId="{FD54E357-DC2A-3A57-2BD3-DE69C8F52C3E}"/>
          </ac:spMkLst>
        </pc:spChg>
        <pc:spChg chg="add mod">
          <ac:chgData name="Eckhoff, Amanda Bryn - eckhofax" userId="cd4a9e7b-1ef2-42f1-9b2d-d5ebde744648" providerId="ADAL" clId="{462F397F-3FFD-40DA-ACDE-BEFE90E09729}" dt="2026-04-07T18:57:25.289" v="434" actId="164"/>
          <ac:spMkLst>
            <pc:docMk/>
            <pc:sldMk cId="0" sldId="257"/>
            <ac:spMk id="100" creationId="{0BC7470D-A812-3F6A-6580-4EB779E17535}"/>
          </ac:spMkLst>
        </pc:spChg>
        <pc:spChg chg="add mod">
          <ac:chgData name="Eckhoff, Amanda Bryn - eckhofax" userId="cd4a9e7b-1ef2-42f1-9b2d-d5ebde744648" providerId="ADAL" clId="{462F397F-3FFD-40DA-ACDE-BEFE90E09729}" dt="2026-04-07T18:56:49.785" v="431" actId="1076"/>
          <ac:spMkLst>
            <pc:docMk/>
            <pc:sldMk cId="0" sldId="257"/>
            <ac:spMk id="101" creationId="{AAD1E718-6DD2-FE01-F962-EAD1121DF006}"/>
          </ac:spMkLst>
        </pc:spChg>
        <pc:spChg chg="add mod">
          <ac:chgData name="Eckhoff, Amanda Bryn - eckhofax" userId="cd4a9e7b-1ef2-42f1-9b2d-d5ebde744648" providerId="ADAL" clId="{462F397F-3FFD-40DA-ACDE-BEFE90E09729}" dt="2026-04-07T18:57:25.289" v="434" actId="164"/>
          <ac:spMkLst>
            <pc:docMk/>
            <pc:sldMk cId="0" sldId="257"/>
            <ac:spMk id="102" creationId="{1829D111-5504-44C5-2BB5-4D1FAD2D4FDE}"/>
          </ac:spMkLst>
        </pc:spChg>
        <pc:grpChg chg="mod">
          <ac:chgData name="Eckhoff, Amanda Bryn - eckhofax" userId="cd4a9e7b-1ef2-42f1-9b2d-d5ebde744648" providerId="ADAL" clId="{462F397F-3FFD-40DA-ACDE-BEFE90E09729}" dt="2026-04-07T18:57:25.289" v="434" actId="164"/>
          <ac:grpSpMkLst>
            <pc:docMk/>
            <pc:sldMk cId="0" sldId="257"/>
            <ac:grpSpMk id="2" creationId="{00000000-0000-0000-0000-000000000000}"/>
          </ac:grpSpMkLst>
        </pc:grpChg>
        <pc:grpChg chg="add mod">
          <ac:chgData name="Eckhoff, Amanda Bryn - eckhofax" userId="cd4a9e7b-1ef2-42f1-9b2d-d5ebde744648" providerId="ADAL" clId="{462F397F-3FFD-40DA-ACDE-BEFE90E09729}" dt="2026-04-07T18:57:25.289" v="434" actId="164"/>
          <ac:grpSpMkLst>
            <pc:docMk/>
            <pc:sldMk cId="0" sldId="257"/>
            <ac:grpSpMk id="104" creationId="{C4A84F92-5A04-722B-5EC8-0CBA0D4437C9}"/>
          </ac:grpSpMkLst>
        </pc:grpChg>
        <pc:cxnChg chg="add mod">
          <ac:chgData name="Eckhoff, Amanda Bryn - eckhofax" userId="cd4a9e7b-1ef2-42f1-9b2d-d5ebde744648" providerId="ADAL" clId="{462F397F-3FFD-40DA-ACDE-BEFE90E09729}" dt="2026-04-07T18:56:49.785" v="431" actId="1076"/>
          <ac:cxnSpMkLst>
            <pc:docMk/>
            <pc:sldMk cId="0" sldId="257"/>
            <ac:cxnSpMk id="103" creationId="{F4B97BF2-1632-7CF4-D094-6E0E5508B79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E64BC8-D49B-44A8-AB07-A9FAFD7F3ABB}" type="datetimeFigureOut">
              <a:rPr lang="en-US" smtClean="0"/>
              <a:t>04/07/2026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9A825F-20AA-4246-AD03-E1BF06502D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6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4E3AC0-9FFB-4A0C-9872-8DEF60731A3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67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07/04/2026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040160" y="1012897"/>
            <a:ext cx="6232647" cy="3652495"/>
            <a:chOff x="983989" y="983989"/>
            <a:chExt cx="3448832" cy="2580521"/>
          </a:xfrm>
        </p:grpSpPr>
        <p:sp>
          <p:nvSpPr>
            <p:cNvPr id="5" name="rc5"/>
            <p:cNvSpPr/>
            <p:nvPr/>
          </p:nvSpPr>
          <p:spPr>
            <a:xfrm>
              <a:off x="1459609" y="1423604"/>
              <a:ext cx="1067758" cy="1998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459609" y="3118501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459609" y="2450140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459609" y="1781779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459609" y="2784320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459609" y="2115959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459609" y="1447598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750816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2236161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750816" y="1514434"/>
              <a:ext cx="0" cy="424409"/>
            </a:xfrm>
            <a:custGeom>
              <a:avLst/>
              <a:gdLst/>
              <a:ahLst/>
              <a:cxnLst/>
              <a:rect l="0" t="0" r="0" b="0"/>
              <a:pathLst>
                <a:path h="424409">
                  <a:moveTo>
                    <a:pt x="0" y="42440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750816" y="2348549"/>
              <a:ext cx="0" cy="130998"/>
            </a:xfrm>
            <a:custGeom>
              <a:avLst/>
              <a:gdLst/>
              <a:ahLst/>
              <a:cxnLst/>
              <a:rect l="0" t="0" r="0" b="0"/>
              <a:pathLst>
                <a:path h="130998">
                  <a:moveTo>
                    <a:pt x="0" y="0"/>
                  </a:moveTo>
                  <a:lnTo>
                    <a:pt x="0" y="130998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1568812" y="1938843"/>
              <a:ext cx="364008" cy="409705"/>
            </a:xfrm>
            <a:custGeom>
              <a:avLst/>
              <a:gdLst/>
              <a:ahLst/>
              <a:cxnLst/>
              <a:rect l="0" t="0" r="0" b="0"/>
              <a:pathLst>
                <a:path w="364008" h="409705">
                  <a:moveTo>
                    <a:pt x="0" y="0"/>
                  </a:moveTo>
                  <a:lnTo>
                    <a:pt x="0" y="409705"/>
                  </a:lnTo>
                  <a:lnTo>
                    <a:pt x="364008" y="409705"/>
                  </a:lnTo>
                  <a:lnTo>
                    <a:pt x="364008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568812" y="2248963"/>
              <a:ext cx="364008" cy="0"/>
            </a:xfrm>
            <a:custGeom>
              <a:avLst/>
              <a:gdLst/>
              <a:ahLst/>
              <a:cxnLst/>
              <a:rect l="0" t="0" r="0" b="0"/>
              <a:pathLst>
                <a:path w="364008">
                  <a:moveTo>
                    <a:pt x="0" y="0"/>
                  </a:moveTo>
                  <a:lnTo>
                    <a:pt x="36400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2236161" y="1855298"/>
              <a:ext cx="0" cy="337522"/>
            </a:xfrm>
            <a:custGeom>
              <a:avLst/>
              <a:gdLst/>
              <a:ahLst/>
              <a:cxnLst/>
              <a:rect l="0" t="0" r="0" b="0"/>
              <a:pathLst>
                <a:path h="337522">
                  <a:moveTo>
                    <a:pt x="0" y="3375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2236161" y="2455487"/>
              <a:ext cx="0" cy="374282"/>
            </a:xfrm>
            <a:custGeom>
              <a:avLst/>
              <a:gdLst/>
              <a:ahLst/>
              <a:cxnLst/>
              <a:rect l="0" t="0" r="0" b="0"/>
              <a:pathLst>
                <a:path h="374282">
                  <a:moveTo>
                    <a:pt x="0" y="0"/>
                  </a:moveTo>
                  <a:lnTo>
                    <a:pt x="0" y="37428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20"/>
            <p:cNvSpPr/>
            <p:nvPr/>
          </p:nvSpPr>
          <p:spPr>
            <a:xfrm>
              <a:off x="2054157" y="2192821"/>
              <a:ext cx="364008" cy="262665"/>
            </a:xfrm>
            <a:custGeom>
              <a:avLst/>
              <a:gdLst/>
              <a:ahLst/>
              <a:cxnLst/>
              <a:rect l="0" t="0" r="0" b="0"/>
              <a:pathLst>
                <a:path w="364008" h="262665">
                  <a:moveTo>
                    <a:pt x="0" y="0"/>
                  </a:moveTo>
                  <a:lnTo>
                    <a:pt x="0" y="262665"/>
                  </a:lnTo>
                  <a:lnTo>
                    <a:pt x="364008" y="262665"/>
                  </a:lnTo>
                  <a:lnTo>
                    <a:pt x="364008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2054157" y="2345875"/>
              <a:ext cx="364008" cy="0"/>
            </a:xfrm>
            <a:custGeom>
              <a:avLst/>
              <a:gdLst/>
              <a:ahLst/>
              <a:cxnLst/>
              <a:rect l="0" t="0" r="0" b="0"/>
              <a:pathLst>
                <a:path w="364008">
                  <a:moveTo>
                    <a:pt x="0" y="0"/>
                  </a:moveTo>
                  <a:lnTo>
                    <a:pt x="36400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1705664" y="1534782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1705664" y="1469282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2191009" y="2148337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2191009" y="1810146"/>
              <a:ext cx="90303" cy="90303"/>
            </a:xfrm>
            <a:prstGeom prst="ellipse">
              <a:avLst/>
            </a:prstGeom>
            <a:solidFill>
              <a:srgbClr val="CDCDCD">
                <a:alpha val="69803"/>
              </a:srgbClr>
            </a:solidFill>
            <a:ln w="9000" cap="rnd">
              <a:solidFill>
                <a:srgbClr val="CDCDC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1705664" y="2363550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1705664" y="2013328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2191009" y="2229877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2191009" y="2145664"/>
              <a:ext cx="90303" cy="90303"/>
            </a:xfrm>
            <a:prstGeom prst="ellipse">
              <a:avLst/>
            </a:prstGeom>
            <a:solidFill>
              <a:srgbClr val="9C9C9C">
                <a:alpha val="69803"/>
              </a:srgbClr>
            </a:solidFill>
            <a:ln w="9000" cap="rnd">
              <a:solidFill>
                <a:srgbClr val="9C9C9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1705664" y="2434396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1705664" y="2243245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2191009" y="2371570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2191009" y="2784617"/>
              <a:ext cx="90303" cy="90303"/>
            </a:xfrm>
            <a:prstGeom prst="ellipse">
              <a:avLst/>
            </a:prstGeom>
            <a:solidFill>
              <a:srgbClr val="BCBCBC">
                <a:alpha val="69803"/>
              </a:srgbClr>
            </a:solidFill>
            <a:ln w="9000" cap="rnd">
              <a:solidFill>
                <a:srgbClr val="BCBCB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1705664" y="2164378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1705664" y="2283346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2191009" y="2399641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2191009" y="2442416"/>
              <a:ext cx="90303" cy="90303"/>
            </a:xfrm>
            <a:prstGeom prst="ellipse">
              <a:avLst/>
            </a:prstGeom>
            <a:solidFill>
              <a:srgbClr val="D3D3D3">
                <a:alpha val="69803"/>
              </a:srgbClr>
            </a:solidFill>
            <a:ln w="9000" cap="rnd">
              <a:solidFill>
                <a:srgbClr val="D3D3D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rc38"/>
            <p:cNvSpPr/>
            <p:nvPr/>
          </p:nvSpPr>
          <p:spPr>
            <a:xfrm>
              <a:off x="1459609" y="1423604"/>
              <a:ext cx="1067758" cy="199826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rc39"/>
            <p:cNvSpPr/>
            <p:nvPr/>
          </p:nvSpPr>
          <p:spPr>
            <a:xfrm>
              <a:off x="2596957" y="1423604"/>
              <a:ext cx="1067758" cy="199826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" name="pl40"/>
            <p:cNvSpPr/>
            <p:nvPr/>
          </p:nvSpPr>
          <p:spPr>
            <a:xfrm>
              <a:off x="2596957" y="3118501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l41"/>
            <p:cNvSpPr/>
            <p:nvPr/>
          </p:nvSpPr>
          <p:spPr>
            <a:xfrm>
              <a:off x="2596957" y="2450140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l42"/>
            <p:cNvSpPr/>
            <p:nvPr/>
          </p:nvSpPr>
          <p:spPr>
            <a:xfrm>
              <a:off x="2596957" y="1781779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2596957" y="2784320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2596957" y="2115959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2596957" y="1447598"/>
              <a:ext cx="1067758" cy="0"/>
            </a:xfrm>
            <a:custGeom>
              <a:avLst/>
              <a:gdLst/>
              <a:ahLst/>
              <a:cxnLst/>
              <a:rect l="0" t="0" r="0" b="0"/>
              <a:pathLst>
                <a:path w="1067758">
                  <a:moveTo>
                    <a:pt x="0" y="0"/>
                  </a:moveTo>
                  <a:lnTo>
                    <a:pt x="1067758" y="0"/>
                  </a:lnTo>
                  <a:lnTo>
                    <a:pt x="106775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2888164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3373509" y="1423604"/>
              <a:ext cx="0" cy="1998266"/>
            </a:xfrm>
            <a:custGeom>
              <a:avLst/>
              <a:gdLst/>
              <a:ahLst/>
              <a:cxnLst/>
              <a:rect l="0" t="0" r="0" b="0"/>
              <a:pathLst>
                <a:path h="1998266">
                  <a:moveTo>
                    <a:pt x="0" y="199826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2888164" y="2153387"/>
              <a:ext cx="0" cy="403021"/>
            </a:xfrm>
            <a:custGeom>
              <a:avLst/>
              <a:gdLst/>
              <a:ahLst/>
              <a:cxnLst/>
              <a:rect l="0" t="0" r="0" b="0"/>
              <a:pathLst>
                <a:path h="403021">
                  <a:moveTo>
                    <a:pt x="0" y="40302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2888164" y="3232791"/>
              <a:ext cx="0" cy="98249"/>
            </a:xfrm>
            <a:custGeom>
              <a:avLst/>
              <a:gdLst/>
              <a:ahLst/>
              <a:cxnLst/>
              <a:rect l="0" t="0" r="0" b="0"/>
              <a:pathLst>
                <a:path h="98249">
                  <a:moveTo>
                    <a:pt x="0" y="0"/>
                  </a:moveTo>
                  <a:lnTo>
                    <a:pt x="0" y="9824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g50"/>
            <p:cNvSpPr/>
            <p:nvPr/>
          </p:nvSpPr>
          <p:spPr>
            <a:xfrm>
              <a:off x="2706160" y="2556409"/>
              <a:ext cx="364008" cy="676381"/>
            </a:xfrm>
            <a:custGeom>
              <a:avLst/>
              <a:gdLst/>
              <a:ahLst/>
              <a:cxnLst/>
              <a:rect l="0" t="0" r="0" b="0"/>
              <a:pathLst>
                <a:path w="364008" h="676381">
                  <a:moveTo>
                    <a:pt x="0" y="0"/>
                  </a:moveTo>
                  <a:lnTo>
                    <a:pt x="0" y="676381"/>
                  </a:lnTo>
                  <a:lnTo>
                    <a:pt x="364008" y="676381"/>
                  </a:lnTo>
                  <a:lnTo>
                    <a:pt x="364008" y="0"/>
                  </a:lnTo>
                  <a:close/>
                </a:path>
              </a:pathLst>
            </a:custGeom>
            <a:solidFill>
              <a:srgbClr val="00CD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2706160" y="2864524"/>
              <a:ext cx="364008" cy="0"/>
            </a:xfrm>
            <a:custGeom>
              <a:avLst/>
              <a:gdLst/>
              <a:ahLst/>
              <a:cxnLst/>
              <a:rect l="0" t="0" r="0" b="0"/>
              <a:pathLst>
                <a:path w="364008">
                  <a:moveTo>
                    <a:pt x="0" y="0"/>
                  </a:moveTo>
                  <a:lnTo>
                    <a:pt x="36400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3348683" y="2224806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3348683" y="2224806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3348683" y="2369172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3348683" y="2353131"/>
              <a:ext cx="49651" cy="49651"/>
            </a:xfrm>
            <a:prstGeom prst="ellipse">
              <a:avLst/>
            </a:prstGeom>
            <a:solidFill>
              <a:srgbClr val="333333">
                <a:alpha val="50196"/>
              </a:srgbClr>
            </a:solidFill>
            <a:ln w="9000" cap="rnd">
              <a:solidFill>
                <a:srgbClr val="333333">
                  <a:alpha val="5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3373509" y="2498262"/>
              <a:ext cx="0" cy="176447"/>
            </a:xfrm>
            <a:custGeom>
              <a:avLst/>
              <a:gdLst/>
              <a:ahLst/>
              <a:cxnLst/>
              <a:rect l="0" t="0" r="0" b="0"/>
              <a:pathLst>
                <a:path h="176447">
                  <a:moveTo>
                    <a:pt x="0" y="17644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3373509" y="2849486"/>
              <a:ext cx="0" cy="199505"/>
            </a:xfrm>
            <a:custGeom>
              <a:avLst/>
              <a:gdLst/>
              <a:ahLst/>
              <a:cxnLst/>
              <a:rect l="0" t="0" r="0" b="0"/>
              <a:pathLst>
                <a:path h="199505">
                  <a:moveTo>
                    <a:pt x="0" y="0"/>
                  </a:moveTo>
                  <a:lnTo>
                    <a:pt x="0" y="19950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g58"/>
            <p:cNvSpPr/>
            <p:nvPr/>
          </p:nvSpPr>
          <p:spPr>
            <a:xfrm>
              <a:off x="3191504" y="2674709"/>
              <a:ext cx="364008" cy="174776"/>
            </a:xfrm>
            <a:custGeom>
              <a:avLst/>
              <a:gdLst/>
              <a:ahLst/>
              <a:cxnLst/>
              <a:rect l="0" t="0" r="0" b="0"/>
              <a:pathLst>
                <a:path w="364008" h="174776">
                  <a:moveTo>
                    <a:pt x="0" y="0"/>
                  </a:moveTo>
                  <a:lnTo>
                    <a:pt x="0" y="174776"/>
                  </a:lnTo>
                  <a:lnTo>
                    <a:pt x="364008" y="174776"/>
                  </a:lnTo>
                  <a:lnTo>
                    <a:pt x="364008" y="0"/>
                  </a:lnTo>
                  <a:close/>
                </a:path>
              </a:pathLst>
            </a:custGeom>
            <a:solidFill>
              <a:srgbClr val="7D26CD">
                <a:alpha val="50196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3191504" y="2730183"/>
              <a:ext cx="364008" cy="0"/>
            </a:xfrm>
            <a:custGeom>
              <a:avLst/>
              <a:gdLst/>
              <a:ahLst/>
              <a:cxnLst/>
              <a:rect l="0" t="0" r="0" b="0"/>
              <a:pathLst>
                <a:path w="364008">
                  <a:moveTo>
                    <a:pt x="0" y="0"/>
                  </a:moveTo>
                  <a:lnTo>
                    <a:pt x="364008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2843012" y="2578762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2843012" y="2511926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3328357" y="2707087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3328357" y="2696393"/>
              <a:ext cx="90303" cy="90303"/>
            </a:xfrm>
            <a:prstGeom prst="ellipse">
              <a:avLst/>
            </a:prstGeom>
            <a:solidFill>
              <a:srgbClr val="595959">
                <a:alpha val="69803"/>
              </a:srgbClr>
            </a:solidFill>
            <a:ln w="9000" cap="rnd">
              <a:solidFill>
                <a:srgbClr val="595959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2843012" y="2463804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2843012" y="2560048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3328357" y="2204480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3328357" y="2204480"/>
              <a:ext cx="90303" cy="90303"/>
            </a:xfrm>
            <a:prstGeom prst="ellipse">
              <a:avLst/>
            </a:prstGeom>
            <a:solidFill>
              <a:srgbClr val="959595">
                <a:alpha val="69803"/>
              </a:srgbClr>
            </a:solidFill>
            <a:ln w="9000" cap="rnd">
              <a:solidFill>
                <a:srgbClr val="95959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2843012" y="2439743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2843012" y="2581435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3328357" y="2728475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3328357" y="2675006"/>
              <a:ext cx="90303" cy="90303"/>
            </a:xfrm>
            <a:prstGeom prst="ellipse">
              <a:avLst/>
            </a:prstGeom>
            <a:solidFill>
              <a:srgbClr val="4D4D4D">
                <a:alpha val="69803"/>
              </a:srgbClr>
            </a:solidFill>
            <a:ln w="9000" cap="rnd">
              <a:solidFill>
                <a:srgbClr val="4D4D4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2843012" y="2735158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2843012" y="2509252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3328357" y="2453110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3328357" y="2553364"/>
              <a:ext cx="90303" cy="90303"/>
            </a:xfrm>
            <a:prstGeom prst="ellipse">
              <a:avLst/>
            </a:prstGeom>
            <a:solidFill>
              <a:srgbClr val="565656">
                <a:alpha val="69803"/>
              </a:srgbClr>
            </a:solidFill>
            <a:ln w="9000" cap="rnd">
              <a:solidFill>
                <a:srgbClr val="56565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2843012" y="2187102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2843012" y="2165715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3328357" y="2650945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3328357" y="2598813"/>
              <a:ext cx="90303" cy="90303"/>
            </a:xfrm>
            <a:prstGeom prst="ellipse">
              <a:avLst/>
            </a:prstGeom>
            <a:solidFill>
              <a:srgbClr val="575757">
                <a:alpha val="69803"/>
              </a:srgbClr>
            </a:solidFill>
            <a:ln w="9000" cap="rnd">
              <a:solidFill>
                <a:srgbClr val="57575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2843012" y="3285888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2843012" y="3268511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3328357" y="2641588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3328357" y="2681690"/>
              <a:ext cx="90303" cy="90303"/>
            </a:xfrm>
            <a:prstGeom prst="ellipse">
              <a:avLst/>
            </a:prstGeom>
            <a:solidFill>
              <a:srgbClr val="2C2C2C">
                <a:alpha val="69803"/>
              </a:srgbClr>
            </a:solidFill>
            <a:ln w="9000" cap="rnd">
              <a:solidFill>
                <a:srgbClr val="2C2C2C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2843012" y="2108236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2843012" y="2280673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3328357" y="2348846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3328357" y="2332805"/>
              <a:ext cx="90303" cy="90303"/>
            </a:xfrm>
            <a:prstGeom prst="ellipse">
              <a:avLst/>
            </a:prstGeom>
            <a:solidFill>
              <a:srgbClr val="878787">
                <a:alpha val="69803"/>
              </a:srgbClr>
            </a:solidFill>
            <a:ln w="9000" cap="rnd">
              <a:solidFill>
                <a:srgbClr val="87878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2843012" y="2955718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2843012" y="2879524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3328357" y="2625547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3328357" y="2689710"/>
              <a:ext cx="90303" cy="90303"/>
            </a:xfrm>
            <a:prstGeom prst="ellipse">
              <a:avLst/>
            </a:prstGeom>
            <a:solidFill>
              <a:srgbClr val="7E7E7E">
                <a:alpha val="69803"/>
              </a:srgbClr>
            </a:solidFill>
            <a:ln w="9000" cap="rnd">
              <a:solidFill>
                <a:srgbClr val="7E7E7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2843012" y="2586782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2843012" y="2522620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3328357" y="2914279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3328357" y="2872841"/>
              <a:ext cx="90303" cy="90303"/>
            </a:xfrm>
            <a:prstGeom prst="ellipse">
              <a:avLst/>
            </a:prstGeom>
            <a:solidFill>
              <a:srgbClr val="767676">
                <a:alpha val="69803"/>
              </a:srgbClr>
            </a:solidFill>
            <a:ln w="9000" cap="rnd">
              <a:solidFill>
                <a:srgbClr val="767676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2843012" y="3186971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2843012" y="3208358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3328357" y="2850117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3328357" y="2824719"/>
              <a:ext cx="90303" cy="90303"/>
            </a:xfrm>
            <a:prstGeom prst="ellipse">
              <a:avLst/>
            </a:prstGeom>
            <a:solidFill>
              <a:srgbClr val="070707">
                <a:alpha val="69803"/>
              </a:srgbClr>
            </a:solidFill>
            <a:ln w="9000" cap="rnd">
              <a:solidFill>
                <a:srgbClr val="070707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2843012" y="3169593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2843012" y="3122808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3328357" y="2807341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3328357" y="2795311"/>
              <a:ext cx="90303" cy="90303"/>
            </a:xfrm>
            <a:prstGeom prst="ellipse">
              <a:avLst/>
            </a:prstGeom>
            <a:solidFill>
              <a:srgbClr val="2D2D2D">
                <a:alpha val="69803"/>
              </a:srgbClr>
            </a:solidFill>
            <a:ln w="9000" cap="rnd">
              <a:solidFill>
                <a:srgbClr val="2D2D2D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2843012" y="2759219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2843012" y="2751199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3328357" y="2645598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3328357" y="2645598"/>
              <a:ext cx="90303" cy="90303"/>
            </a:xfrm>
            <a:prstGeom prst="ellipse">
              <a:avLst/>
            </a:prstGeom>
            <a:solidFill>
              <a:srgbClr val="222222">
                <a:alpha val="69803"/>
              </a:srgbClr>
            </a:solidFill>
            <a:ln w="9000" cap="rnd">
              <a:solidFill>
                <a:srgbClr val="22222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2843012" y="3189644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2843012" y="3220389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3328357" y="2661639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3328357" y="2584109"/>
              <a:ext cx="90303" cy="90303"/>
            </a:xfrm>
            <a:prstGeom prst="ellipse">
              <a:avLst/>
            </a:prstGeom>
            <a:solidFill>
              <a:srgbClr val="202020">
                <a:alpha val="69803"/>
              </a:srgbClr>
            </a:solidFill>
            <a:ln w="9000" cap="rnd">
              <a:solidFill>
                <a:srgbClr val="20202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2843012" y="3272521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2843012" y="3231082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3328357" y="2724465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3328357" y="2704414"/>
              <a:ext cx="90303" cy="90303"/>
            </a:xfrm>
            <a:prstGeom prst="ellipse">
              <a:avLst/>
            </a:prstGeom>
            <a:solidFill>
              <a:srgbClr val="323232">
                <a:alpha val="69803"/>
              </a:srgbClr>
            </a:solidFill>
            <a:ln w="9000" cap="rnd">
              <a:solidFill>
                <a:srgbClr val="323232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2843012" y="2171062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2843012" y="2283346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3328357" y="2586782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3328357" y="2688373"/>
              <a:ext cx="90303" cy="90303"/>
            </a:xfrm>
            <a:prstGeom prst="ellipse">
              <a:avLst/>
            </a:prstGeom>
            <a:solidFill>
              <a:srgbClr val="535353">
                <a:alpha val="69803"/>
              </a:srgbClr>
            </a:solidFill>
            <a:ln w="9000" cap="rnd">
              <a:solidFill>
                <a:srgbClr val="535353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2843012" y="3082706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2843012" y="3065329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3328357" y="2895565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3328357" y="2724465"/>
              <a:ext cx="90303" cy="90303"/>
            </a:xfrm>
            <a:prstGeom prst="ellipse">
              <a:avLst/>
            </a:prstGeom>
            <a:solidFill>
              <a:srgbClr val="000000">
                <a:alpha val="69803"/>
              </a:srgbClr>
            </a:solidFill>
            <a:ln w="9000" cap="rnd">
              <a:solidFill>
                <a:srgbClr val="000000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2843012" y="3094737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3328357" y="2823382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3328357" y="2891555"/>
              <a:ext cx="90303" cy="90303"/>
            </a:xfrm>
            <a:prstGeom prst="ellipse">
              <a:avLst/>
            </a:prstGeom>
            <a:solidFill>
              <a:srgbClr val="1E1E1E">
                <a:alpha val="69803"/>
              </a:srgbClr>
            </a:solidFill>
            <a:ln w="9000" cap="rnd">
              <a:solidFill>
                <a:srgbClr val="1E1E1E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2843012" y="3038594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3328357" y="3003840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3328357" y="2962401"/>
              <a:ext cx="90303" cy="90303"/>
            </a:xfrm>
            <a:prstGeom prst="ellipse">
              <a:avLst/>
            </a:prstGeom>
            <a:solidFill>
              <a:srgbClr val="0F0F0F">
                <a:alpha val="69803"/>
              </a:srgbClr>
            </a:solidFill>
            <a:ln w="9000" cap="rnd">
              <a:solidFill>
                <a:srgbClr val="0F0F0F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2843012" y="3245786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2843012" y="3239103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3328357" y="2665649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3328357" y="2662975"/>
              <a:ext cx="90303" cy="90303"/>
            </a:xfrm>
            <a:prstGeom prst="ellipse">
              <a:avLst/>
            </a:prstGeom>
            <a:solidFill>
              <a:srgbClr val="252525">
                <a:alpha val="69803"/>
              </a:srgbClr>
            </a:solidFill>
            <a:ln w="9000" cap="rnd">
              <a:solidFill>
                <a:srgbClr val="252525">
                  <a:alpha val="69803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rc134"/>
            <p:cNvSpPr/>
            <p:nvPr/>
          </p:nvSpPr>
          <p:spPr>
            <a:xfrm>
              <a:off x="2596957" y="1423604"/>
              <a:ext cx="1067758" cy="1998266"/>
            </a:xfrm>
            <a:prstGeom prst="rect">
              <a:avLst/>
            </a:prstGeom>
            <a:noFill/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rc135"/>
            <p:cNvSpPr/>
            <p:nvPr/>
          </p:nvSpPr>
          <p:spPr>
            <a:xfrm>
              <a:off x="1459609" y="1208751"/>
              <a:ext cx="1067758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tx136"/>
            <p:cNvSpPr/>
            <p:nvPr/>
          </p:nvSpPr>
          <p:spPr>
            <a:xfrm>
              <a:off x="1937619" y="1276173"/>
              <a:ext cx="111739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LIA</a:t>
              </a:r>
              <a:endParaRPr sz="2400" b="1" i="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37" name="rc137"/>
            <p:cNvSpPr/>
            <p:nvPr/>
          </p:nvSpPr>
          <p:spPr>
            <a:xfrm>
              <a:off x="2596957" y="1208751"/>
              <a:ext cx="1067758" cy="21485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tx138"/>
            <p:cNvSpPr/>
            <p:nvPr/>
          </p:nvSpPr>
          <p:spPr>
            <a:xfrm>
              <a:off x="3034596" y="1276173"/>
              <a:ext cx="192481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RGM</a:t>
              </a:r>
              <a:endParaRPr sz="2400" b="1" i="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39" name="pl139"/>
            <p:cNvSpPr/>
            <p:nvPr/>
          </p:nvSpPr>
          <p:spPr>
            <a:xfrm>
              <a:off x="1750816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2236161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tx141"/>
            <p:cNvSpPr/>
            <p:nvPr/>
          </p:nvSpPr>
          <p:spPr>
            <a:xfrm>
              <a:off x="1583069" y="3484500"/>
              <a:ext cx="3354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 i="0" dirty="0">
                  <a:latin typeface="Arial"/>
                  <a:cs typeface="Arial"/>
                </a:rPr>
                <a:t>reference</a:t>
              </a:r>
              <a:endParaRPr sz="2400" b="1" i="0" dirty="0">
                <a:latin typeface="Arial"/>
                <a:cs typeface="Arial"/>
              </a:endParaRPr>
            </a:p>
          </p:txBody>
        </p:sp>
        <p:sp>
          <p:nvSpPr>
            <p:cNvPr id="142" name="tx142"/>
            <p:cNvSpPr/>
            <p:nvPr/>
          </p:nvSpPr>
          <p:spPr>
            <a:xfrm>
              <a:off x="2083959" y="3484500"/>
              <a:ext cx="30440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3" name="pl143"/>
            <p:cNvSpPr/>
            <p:nvPr/>
          </p:nvSpPr>
          <p:spPr>
            <a:xfrm>
              <a:off x="2888164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3373509" y="3421870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145"/>
            <p:cNvSpPr/>
            <p:nvPr/>
          </p:nvSpPr>
          <p:spPr>
            <a:xfrm>
              <a:off x="2720417" y="3484500"/>
              <a:ext cx="33549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400" b="1" i="0" dirty="0">
                  <a:latin typeface="Arial"/>
                  <a:cs typeface="Arial"/>
                </a:rPr>
                <a:t>reference</a:t>
              </a:r>
              <a:endParaRPr sz="2400" b="1" i="0" dirty="0">
                <a:latin typeface="Arial"/>
                <a:cs typeface="Arial"/>
              </a:endParaRPr>
            </a:p>
          </p:txBody>
        </p:sp>
        <p:sp>
          <p:nvSpPr>
            <p:cNvPr id="146" name="tx146"/>
            <p:cNvSpPr/>
            <p:nvPr/>
          </p:nvSpPr>
          <p:spPr>
            <a:xfrm>
              <a:off x="3221307" y="3484500"/>
              <a:ext cx="304403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400" b="1" i="0" dirty="0">
                  <a:latin typeface="Arial"/>
                  <a:cs typeface="Arial"/>
                </a:rPr>
                <a:t>latrine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210441" y="2744315"/>
              <a:ext cx="186537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148262" y="2075954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148262" y="1407593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1500</a:t>
              </a:r>
            </a:p>
          </p:txBody>
        </p:sp>
        <p:sp>
          <p:nvSpPr>
            <p:cNvPr id="150" name="pl150"/>
            <p:cNvSpPr/>
            <p:nvPr/>
          </p:nvSpPr>
          <p:spPr>
            <a:xfrm>
              <a:off x="1424815" y="278432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1424815" y="2115959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1424815" y="14475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tx153"/>
            <p:cNvSpPr/>
            <p:nvPr/>
          </p:nvSpPr>
          <p:spPr>
            <a:xfrm rot="-5400000">
              <a:off x="587505" y="2372719"/>
              <a:ext cx="893003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4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ASV Richness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3873483" y="1789285"/>
              <a:ext cx="559338" cy="1000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  <a:r>
                <a:rPr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levation</a:t>
              </a:r>
            </a:p>
          </p:txBody>
        </p:sp>
        <p:pic>
          <p:nvPicPr>
            <p:cNvPr id="156" name="pic1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73483" y="1973631"/>
              <a:ext cx="219455" cy="1097280"/>
            </a:xfrm>
            <a:prstGeom prst="rect">
              <a:avLst/>
            </a:prstGeom>
          </p:spPr>
        </p:pic>
        <p:sp>
          <p:nvSpPr>
            <p:cNvPr id="157" name="pl157"/>
            <p:cNvSpPr/>
            <p:nvPr/>
          </p:nvSpPr>
          <p:spPr>
            <a:xfrm>
              <a:off x="4049048" y="274246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4049048" y="237547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4049048" y="200848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0" y="0"/>
                  </a:moveTo>
                  <a:lnTo>
                    <a:pt x="43891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l160"/>
            <p:cNvSpPr/>
            <p:nvPr/>
          </p:nvSpPr>
          <p:spPr>
            <a:xfrm>
              <a:off x="3873483" y="2742463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3873483" y="2375476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3873483" y="2008489"/>
              <a:ext cx="43891" cy="0"/>
            </a:xfrm>
            <a:custGeom>
              <a:avLst/>
              <a:gdLst/>
              <a:ahLst/>
              <a:cxnLst/>
              <a:rect l="0" t="0" r="0" b="0"/>
              <a:pathLst>
                <a:path w="43891">
                  <a:moveTo>
                    <a:pt x="43891" y="0"/>
                  </a:moveTo>
                  <a:lnTo>
                    <a:pt x="0" y="0"/>
                  </a:lnTo>
                </a:path>
              </a:pathLst>
            </a:custGeom>
            <a:ln w="4762" cap="flat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tx163"/>
            <p:cNvSpPr/>
            <p:nvPr/>
          </p:nvSpPr>
          <p:spPr>
            <a:xfrm>
              <a:off x="4162528" y="2702458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5200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162528" y="2335471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5300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4162528" y="1968484"/>
              <a:ext cx="248716" cy="800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5400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1459609" y="983989"/>
              <a:ext cx="2650754" cy="11996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32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a) 18S  Wet Season Alpha Diversity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x96">
            <a:extLst>
              <a:ext uri="{FF2B5EF4-FFF2-40B4-BE49-F238E27FC236}">
                <a16:creationId xmlns:a16="http://schemas.microsoft.com/office/drawing/2014/main" id="{FD54E357-DC2A-3A57-2BD3-DE69C8F52C3E}"/>
              </a:ext>
            </a:extLst>
          </p:cNvPr>
          <p:cNvSpPr/>
          <p:nvPr/>
        </p:nvSpPr>
        <p:spPr>
          <a:xfrm>
            <a:off x="7845505" y="810700"/>
            <a:ext cx="2287139" cy="22578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200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LIA </a:t>
            </a:r>
            <a:r>
              <a:rPr lang="en-US" sz="20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Reference</a:t>
            </a:r>
            <a:endParaRPr sz="2000" i="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01" name="tx98">
            <a:extLst>
              <a:ext uri="{FF2B5EF4-FFF2-40B4-BE49-F238E27FC236}">
                <a16:creationId xmlns:a16="http://schemas.microsoft.com/office/drawing/2014/main" id="{AAD1E718-6DD2-FE01-F962-EAD1121DF006}"/>
              </a:ext>
            </a:extLst>
          </p:cNvPr>
          <p:cNvSpPr/>
          <p:nvPr/>
        </p:nvSpPr>
        <p:spPr>
          <a:xfrm>
            <a:off x="7979822" y="1484784"/>
            <a:ext cx="2210751" cy="22578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spcBef>
                <a:spcPts val="0"/>
              </a:spcBef>
              <a:spcAft>
                <a:spcPts val="0"/>
              </a:spcAft>
            </a:pPr>
            <a:r>
              <a:rPr sz="2000" b="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LIA Latrine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C4A84F92-5A04-722B-5EC8-0CBA0D4437C9}"/>
              </a:ext>
            </a:extLst>
          </p:cNvPr>
          <p:cNvGrpSpPr/>
          <p:nvPr/>
        </p:nvGrpSpPr>
        <p:grpSpPr>
          <a:xfrm>
            <a:off x="1115616" y="1202042"/>
            <a:ext cx="4924557" cy="3819405"/>
            <a:chOff x="1115616" y="1202042"/>
            <a:chExt cx="4924557" cy="3819405"/>
          </a:xfrm>
        </p:grpSpPr>
        <p:grpSp>
          <p:nvGrpSpPr>
            <p:cNvPr id="2" name="Group 1"/>
            <p:cNvGrpSpPr/>
            <p:nvPr/>
          </p:nvGrpSpPr>
          <p:grpSpPr>
            <a:xfrm>
              <a:off x="1115616" y="1202042"/>
              <a:ext cx="4464496" cy="3819405"/>
              <a:chOff x="983988" y="1208751"/>
              <a:chExt cx="1924793" cy="2349815"/>
            </a:xfrm>
          </p:grpSpPr>
          <p:sp>
            <p:nvSpPr>
              <p:cNvPr id="5" name="rc5"/>
              <p:cNvSpPr/>
              <p:nvPr/>
            </p:nvSpPr>
            <p:spPr>
              <a:xfrm>
                <a:off x="1465736" y="1208751"/>
                <a:ext cx="1443045" cy="204884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 dirty="0"/>
              </a:p>
            </p:txBody>
          </p:sp>
          <p:sp>
            <p:nvSpPr>
              <p:cNvPr id="6" name="pl6"/>
              <p:cNvSpPr/>
              <p:nvPr/>
            </p:nvSpPr>
            <p:spPr>
              <a:xfrm>
                <a:off x="1465736" y="2733490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" name="pl7"/>
              <p:cNvSpPr/>
              <p:nvPr/>
            </p:nvSpPr>
            <p:spPr>
              <a:xfrm>
                <a:off x="1465736" y="2032263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" name="pl8"/>
              <p:cNvSpPr/>
              <p:nvPr/>
            </p:nvSpPr>
            <p:spPr>
              <a:xfrm>
                <a:off x="1465736" y="1331037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" name="pl9"/>
              <p:cNvSpPr/>
              <p:nvPr/>
            </p:nvSpPr>
            <p:spPr>
              <a:xfrm>
                <a:off x="1692970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pl10"/>
              <p:cNvSpPr/>
              <p:nvPr/>
            </p:nvSpPr>
            <p:spPr>
              <a:xfrm>
                <a:off x="2211161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pl11"/>
              <p:cNvSpPr/>
              <p:nvPr/>
            </p:nvSpPr>
            <p:spPr>
              <a:xfrm>
                <a:off x="2729352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6775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pl12"/>
              <p:cNvSpPr/>
              <p:nvPr/>
            </p:nvSpPr>
            <p:spPr>
              <a:xfrm>
                <a:off x="1465736" y="3084103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pl13"/>
              <p:cNvSpPr/>
              <p:nvPr/>
            </p:nvSpPr>
            <p:spPr>
              <a:xfrm>
                <a:off x="1465736" y="2382877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pl14"/>
              <p:cNvSpPr/>
              <p:nvPr/>
            </p:nvSpPr>
            <p:spPr>
              <a:xfrm>
                <a:off x="1465736" y="1681650"/>
                <a:ext cx="1443045" cy="0"/>
              </a:xfrm>
              <a:custGeom>
                <a:avLst/>
                <a:gdLst/>
                <a:ahLst/>
                <a:cxnLst/>
                <a:rect l="0" t="0" r="0" b="0"/>
                <a:pathLst>
                  <a:path w="1443045">
                    <a:moveTo>
                      <a:pt x="0" y="0"/>
                    </a:moveTo>
                    <a:lnTo>
                      <a:pt x="1443045" y="0"/>
                    </a:lnTo>
                    <a:lnTo>
                      <a:pt x="1443045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pl15"/>
              <p:cNvSpPr/>
              <p:nvPr/>
            </p:nvSpPr>
            <p:spPr>
              <a:xfrm>
                <a:off x="1952066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pl16"/>
              <p:cNvSpPr/>
              <p:nvPr/>
            </p:nvSpPr>
            <p:spPr>
              <a:xfrm>
                <a:off x="2470256" y="1208751"/>
                <a:ext cx="0" cy="2048845"/>
              </a:xfrm>
              <a:custGeom>
                <a:avLst/>
                <a:gdLst/>
                <a:ahLst/>
                <a:cxnLst/>
                <a:rect l="0" t="0" r="0" b="0"/>
                <a:pathLst>
                  <a:path h="2048845">
                    <a:moveTo>
                      <a:pt x="0" y="204884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pg17"/>
              <p:cNvSpPr/>
              <p:nvPr/>
            </p:nvSpPr>
            <p:spPr>
              <a:xfrm>
                <a:off x="2485366" y="2947692"/>
                <a:ext cx="85059" cy="216775"/>
              </a:xfrm>
              <a:custGeom>
                <a:avLst/>
                <a:gdLst/>
                <a:ahLst/>
                <a:cxnLst/>
                <a:rect l="0" t="0" r="0" b="0"/>
                <a:pathLst>
                  <a:path w="85059" h="216775">
                    <a:moveTo>
                      <a:pt x="0" y="216775"/>
                    </a:moveTo>
                    <a:lnTo>
                      <a:pt x="38809" y="7100"/>
                    </a:lnTo>
                    <a:lnTo>
                      <a:pt x="83946" y="0"/>
                    </a:lnTo>
                    <a:lnTo>
                      <a:pt x="85059" y="3477"/>
                    </a:lnTo>
                    <a:close/>
                  </a:path>
                </a:pathLst>
              </a:custGeom>
              <a:solidFill>
                <a:srgbClr val="F8766D">
                  <a:alpha val="10196"/>
                </a:srgbClr>
              </a:solidFill>
              <a:ln w="13550" cap="flat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pg18"/>
              <p:cNvSpPr/>
              <p:nvPr/>
            </p:nvSpPr>
            <p:spPr>
              <a:xfrm>
                <a:off x="1531329" y="1301881"/>
                <a:ext cx="1089733" cy="1724421"/>
              </a:xfrm>
              <a:custGeom>
                <a:avLst/>
                <a:gdLst/>
                <a:ahLst/>
                <a:cxnLst/>
                <a:rect l="0" t="0" r="0" b="0"/>
                <a:pathLst>
                  <a:path w="1089733" h="1724421">
                    <a:moveTo>
                      <a:pt x="1089733" y="1251521"/>
                    </a:moveTo>
                    <a:lnTo>
                      <a:pt x="1040407" y="1626363"/>
                    </a:lnTo>
                    <a:lnTo>
                      <a:pt x="973300" y="1724421"/>
                    </a:lnTo>
                    <a:lnTo>
                      <a:pt x="471951" y="1677459"/>
                    </a:lnTo>
                    <a:lnTo>
                      <a:pt x="84272" y="9042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CAE00">
                  <a:alpha val="10196"/>
                </a:srgbClr>
              </a:solidFill>
              <a:ln w="13550" cap="flat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pg19"/>
              <p:cNvSpPr/>
              <p:nvPr/>
            </p:nvSpPr>
            <p:spPr>
              <a:xfrm>
                <a:off x="2551262" y="2227586"/>
                <a:ext cx="96897" cy="497805"/>
              </a:xfrm>
              <a:custGeom>
                <a:avLst/>
                <a:gdLst/>
                <a:ahLst/>
                <a:cxnLst/>
                <a:rect l="0" t="0" r="0" b="0"/>
                <a:pathLst>
                  <a:path w="96897" h="497805">
                    <a:moveTo>
                      <a:pt x="96897" y="176264"/>
                    </a:moveTo>
                    <a:lnTo>
                      <a:pt x="0" y="497805"/>
                    </a:lnTo>
                    <a:lnTo>
                      <a:pt x="77886" y="0"/>
                    </a:lnTo>
                    <a:lnTo>
                      <a:pt x="93536" y="28931"/>
                    </a:lnTo>
                    <a:close/>
                  </a:path>
                </a:pathLst>
              </a:custGeom>
              <a:solidFill>
                <a:srgbClr val="00BFC4">
                  <a:alpha val="10196"/>
                </a:srgbClr>
              </a:solidFill>
              <a:ln w="13550" cap="flat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pg20"/>
              <p:cNvSpPr/>
              <p:nvPr/>
            </p:nvSpPr>
            <p:spPr>
              <a:xfrm>
                <a:off x="2390820" y="1654258"/>
                <a:ext cx="452367" cy="915709"/>
              </a:xfrm>
              <a:custGeom>
                <a:avLst/>
                <a:gdLst/>
                <a:ahLst/>
                <a:cxnLst/>
                <a:rect l="0" t="0" r="0" b="0"/>
                <a:pathLst>
                  <a:path w="452367" h="915709">
                    <a:moveTo>
                      <a:pt x="358069" y="625881"/>
                    </a:moveTo>
                    <a:lnTo>
                      <a:pt x="254849" y="915709"/>
                    </a:lnTo>
                    <a:lnTo>
                      <a:pt x="126938" y="768233"/>
                    </a:lnTo>
                    <a:lnTo>
                      <a:pt x="0" y="566034"/>
                    </a:lnTo>
                    <a:lnTo>
                      <a:pt x="294753" y="0"/>
                    </a:lnTo>
                    <a:lnTo>
                      <a:pt x="452367" y="188706"/>
                    </a:lnTo>
                    <a:close/>
                  </a:path>
                </a:pathLst>
              </a:custGeom>
              <a:solidFill>
                <a:srgbClr val="C77CFF">
                  <a:alpha val="10196"/>
                </a:srgbClr>
              </a:solidFill>
              <a:ln w="13550" cap="flat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pt21"/>
              <p:cNvSpPr/>
              <p:nvPr/>
            </p:nvSpPr>
            <p:spPr>
              <a:xfrm>
                <a:off x="2750449" y="2040833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pt22"/>
              <p:cNvSpPr/>
              <p:nvPr/>
            </p:nvSpPr>
            <p:spPr>
              <a:xfrm>
                <a:off x="1835019" y="1852152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pt23"/>
              <p:cNvSpPr/>
              <p:nvPr/>
            </p:nvSpPr>
            <p:spPr>
              <a:xfrm>
                <a:off x="2717288" y="2248539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pt24"/>
              <p:cNvSpPr/>
              <p:nvPr/>
            </p:nvSpPr>
            <p:spPr>
              <a:xfrm>
                <a:off x="2476564" y="2759935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pt25"/>
              <p:cNvSpPr/>
              <p:nvPr/>
            </p:nvSpPr>
            <p:spPr>
              <a:xfrm>
                <a:off x="2359219" y="2188692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pt26"/>
              <p:cNvSpPr/>
              <p:nvPr/>
            </p:nvSpPr>
            <p:spPr>
              <a:xfrm>
                <a:off x="1843887" y="2260779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pt27"/>
              <p:cNvSpPr/>
              <p:nvPr/>
            </p:nvSpPr>
            <p:spPr>
              <a:xfrm>
                <a:off x="2671824" y="1797230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pt28"/>
              <p:cNvSpPr/>
              <p:nvPr/>
            </p:nvSpPr>
            <p:spPr>
              <a:xfrm>
                <a:off x="1499727" y="1270279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pt29"/>
              <p:cNvSpPr/>
              <p:nvPr/>
            </p:nvSpPr>
            <p:spPr>
              <a:xfrm>
                <a:off x="2538205" y="2302075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pt30"/>
              <p:cNvSpPr/>
              <p:nvPr/>
            </p:nvSpPr>
            <p:spPr>
              <a:xfrm>
                <a:off x="2402460" y="2815663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pt31"/>
              <p:cNvSpPr/>
              <p:nvPr/>
            </p:nvSpPr>
            <p:spPr>
              <a:xfrm>
                <a:off x="2717180" y="2042914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pt32"/>
              <p:cNvSpPr/>
              <p:nvPr/>
            </p:nvSpPr>
            <p:spPr>
              <a:xfrm>
                <a:off x="2270982" y="2893918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pt33"/>
              <p:cNvSpPr/>
              <p:nvPr/>
            </p:nvSpPr>
            <p:spPr>
              <a:xfrm>
                <a:off x="2794573" y="1876374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pt34"/>
              <p:cNvSpPr/>
              <p:nvPr/>
            </p:nvSpPr>
            <p:spPr>
              <a:xfrm>
                <a:off x="1971678" y="2947739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pt35"/>
              <p:cNvSpPr/>
              <p:nvPr/>
            </p:nvSpPr>
            <p:spPr>
              <a:xfrm>
                <a:off x="2674797" y="2222481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pt36"/>
              <p:cNvSpPr/>
              <p:nvPr/>
            </p:nvSpPr>
            <p:spPr>
              <a:xfrm>
                <a:off x="2538824" y="2919568"/>
                <a:ext cx="63202" cy="63202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pt37"/>
              <p:cNvSpPr/>
              <p:nvPr/>
            </p:nvSpPr>
            <p:spPr>
              <a:xfrm>
                <a:off x="2616558" y="2372249"/>
                <a:ext cx="63202" cy="63202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pt38"/>
              <p:cNvSpPr/>
              <p:nvPr/>
            </p:nvSpPr>
            <p:spPr>
              <a:xfrm>
                <a:off x="2464085" y="2698761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pt39"/>
              <p:cNvSpPr/>
              <p:nvPr/>
            </p:nvSpPr>
            <p:spPr>
              <a:xfrm>
                <a:off x="2594021" y="1958082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pt40"/>
              <p:cNvSpPr/>
              <p:nvPr/>
            </p:nvSpPr>
            <p:spPr>
              <a:xfrm>
                <a:off x="1731401" y="1985040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pt41"/>
              <p:cNvSpPr/>
              <p:nvPr/>
            </p:nvSpPr>
            <p:spPr>
              <a:xfrm>
                <a:off x="2768373" y="1823591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pt42"/>
              <p:cNvSpPr/>
              <p:nvPr/>
            </p:nvSpPr>
            <p:spPr>
              <a:xfrm>
                <a:off x="2285171" y="2893803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" name="pt43"/>
              <p:cNvSpPr/>
              <p:nvPr/>
            </p:nvSpPr>
            <p:spPr>
              <a:xfrm>
                <a:off x="2608090" y="2468721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" name="pt44"/>
              <p:cNvSpPr/>
              <p:nvPr/>
            </p:nvSpPr>
            <p:spPr>
              <a:xfrm>
                <a:off x="2257425" y="2338344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pt45"/>
              <p:cNvSpPr/>
              <p:nvPr/>
            </p:nvSpPr>
            <p:spPr>
              <a:xfrm>
                <a:off x="2653973" y="1622657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6" name="pt46"/>
              <p:cNvSpPr/>
              <p:nvPr/>
            </p:nvSpPr>
            <p:spPr>
              <a:xfrm>
                <a:off x="1584000" y="2174543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7" name="pt47"/>
              <p:cNvSpPr/>
              <p:nvPr/>
            </p:nvSpPr>
            <p:spPr>
              <a:xfrm>
                <a:off x="2793011" y="1846470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8" name="pt48"/>
              <p:cNvSpPr/>
              <p:nvPr/>
            </p:nvSpPr>
            <p:spPr>
              <a:xfrm>
                <a:off x="2458168" y="2744477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pt49"/>
              <p:cNvSpPr/>
              <p:nvPr/>
            </p:nvSpPr>
            <p:spPr>
              <a:xfrm>
                <a:off x="2614068" y="2538367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" name="pt50"/>
              <p:cNvSpPr/>
              <p:nvPr/>
            </p:nvSpPr>
            <p:spPr>
              <a:xfrm>
                <a:off x="2453764" y="3132866"/>
                <a:ext cx="63202" cy="63202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pt51"/>
              <p:cNvSpPr/>
              <p:nvPr/>
            </p:nvSpPr>
            <p:spPr>
              <a:xfrm>
                <a:off x="2519660" y="2693790"/>
                <a:ext cx="63202" cy="63202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pt52"/>
              <p:cNvSpPr/>
              <p:nvPr/>
            </p:nvSpPr>
            <p:spPr>
              <a:xfrm>
                <a:off x="2537711" y="2916091"/>
                <a:ext cx="63202" cy="63202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pt53"/>
              <p:cNvSpPr/>
              <p:nvPr/>
            </p:nvSpPr>
            <p:spPr>
              <a:xfrm>
                <a:off x="2613197" y="2224916"/>
                <a:ext cx="63202" cy="63202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pt54"/>
              <p:cNvSpPr/>
              <p:nvPr/>
            </p:nvSpPr>
            <p:spPr>
              <a:xfrm>
                <a:off x="2352192" y="2767052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pt55"/>
              <p:cNvSpPr/>
              <p:nvPr/>
            </p:nvSpPr>
            <p:spPr>
              <a:xfrm>
                <a:off x="2729223" y="1949962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pt56"/>
              <p:cNvSpPr/>
              <p:nvPr/>
            </p:nvSpPr>
            <p:spPr>
              <a:xfrm>
                <a:off x="2492574" y="2923191"/>
                <a:ext cx="63202" cy="63202"/>
              </a:xfrm>
              <a:prstGeom prst="ellipse">
                <a:avLst/>
              </a:prstGeom>
              <a:solidFill>
                <a:srgbClr val="008B8B">
                  <a:alpha val="100000"/>
                </a:srgbClr>
              </a:solidFill>
              <a:ln w="9000" cap="rnd">
                <a:solidFill>
                  <a:srgbClr val="008B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pt57"/>
              <p:cNvSpPr/>
              <p:nvPr/>
            </p:nvSpPr>
            <p:spPr>
              <a:xfrm>
                <a:off x="2597546" y="2195985"/>
                <a:ext cx="63202" cy="63202"/>
              </a:xfrm>
              <a:prstGeom prst="ellipse">
                <a:avLst/>
              </a:prstGeom>
              <a:solidFill>
                <a:srgbClr val="551A8B">
                  <a:alpha val="100000"/>
                </a:srgbClr>
              </a:solidFill>
              <a:ln w="9000" cap="rnd">
                <a:solidFill>
                  <a:srgbClr val="551A8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pt58"/>
              <p:cNvSpPr/>
              <p:nvPr/>
            </p:nvSpPr>
            <p:spPr>
              <a:xfrm>
                <a:off x="2540134" y="2896643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9" name="pt59"/>
              <p:cNvSpPr/>
              <p:nvPr/>
            </p:nvSpPr>
            <p:spPr>
              <a:xfrm>
                <a:off x="2744093" y="1886625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0" name="pt60"/>
              <p:cNvSpPr/>
              <p:nvPr/>
            </p:nvSpPr>
            <p:spPr>
              <a:xfrm>
                <a:off x="2378419" y="2654990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1" name="pt61"/>
              <p:cNvSpPr/>
              <p:nvPr/>
            </p:nvSpPr>
            <p:spPr>
              <a:xfrm>
                <a:off x="2633451" y="2001913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2" name="pt62"/>
              <p:cNvSpPr/>
              <p:nvPr/>
            </p:nvSpPr>
            <p:spPr>
              <a:xfrm>
                <a:off x="2589461" y="2521801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3" name="pt63"/>
              <p:cNvSpPr/>
              <p:nvPr/>
            </p:nvSpPr>
            <p:spPr>
              <a:xfrm>
                <a:off x="2486157" y="2390891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4" name="pt64"/>
              <p:cNvSpPr/>
              <p:nvPr/>
            </p:nvSpPr>
            <p:spPr>
              <a:xfrm>
                <a:off x="1734923" y="2291609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5" name="pt65"/>
              <p:cNvSpPr/>
              <p:nvPr/>
            </p:nvSpPr>
            <p:spPr>
              <a:xfrm>
                <a:off x="2811587" y="1811363"/>
                <a:ext cx="63202" cy="63202"/>
              </a:xfrm>
              <a:prstGeom prst="ellipse">
                <a:avLst/>
              </a:prstGeom>
              <a:solidFill>
                <a:srgbClr val="9B30FF">
                  <a:alpha val="100000"/>
                </a:srgbClr>
              </a:solidFill>
              <a:ln w="9000" cap="rnd">
                <a:solidFill>
                  <a:srgbClr val="9B30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6" name="pt66"/>
              <p:cNvSpPr/>
              <p:nvPr/>
            </p:nvSpPr>
            <p:spPr>
              <a:xfrm>
                <a:off x="2473027" y="2994701"/>
                <a:ext cx="63202" cy="63202"/>
              </a:xfrm>
              <a:prstGeom prst="ellipse">
                <a:avLst/>
              </a:prstGeom>
              <a:solidFill>
                <a:srgbClr val="00EEEE">
                  <a:alpha val="100000"/>
                </a:srgbClr>
              </a:solidFill>
              <a:ln w="9000" cap="rnd">
                <a:solidFill>
                  <a:srgbClr val="00EEEE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" name="rc67"/>
              <p:cNvSpPr/>
              <p:nvPr/>
            </p:nvSpPr>
            <p:spPr>
              <a:xfrm>
                <a:off x="1465736" y="1208751"/>
                <a:ext cx="1443045" cy="2048845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" name="tx68"/>
              <p:cNvSpPr/>
              <p:nvPr/>
            </p:nvSpPr>
            <p:spPr>
              <a:xfrm>
                <a:off x="1148262" y="3044098"/>
                <a:ext cx="25484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-0.05</a:t>
                </a:r>
              </a:p>
            </p:txBody>
          </p:sp>
          <p:sp>
            <p:nvSpPr>
              <p:cNvPr id="69" name="tx69"/>
              <p:cNvSpPr/>
              <p:nvPr/>
            </p:nvSpPr>
            <p:spPr>
              <a:xfrm>
                <a:off x="1185478" y="2342872"/>
                <a:ext cx="21762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0.00</a:t>
                </a:r>
              </a:p>
            </p:txBody>
          </p:sp>
          <p:sp>
            <p:nvSpPr>
              <p:cNvPr id="70" name="tx70"/>
              <p:cNvSpPr/>
              <p:nvPr/>
            </p:nvSpPr>
            <p:spPr>
              <a:xfrm>
                <a:off x="1185478" y="1641645"/>
                <a:ext cx="217627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0.05</a:t>
                </a:r>
              </a:p>
            </p:txBody>
          </p:sp>
          <p:sp>
            <p:nvSpPr>
              <p:cNvPr id="71" name="pl71"/>
              <p:cNvSpPr/>
              <p:nvPr/>
            </p:nvSpPr>
            <p:spPr>
              <a:xfrm>
                <a:off x="1430941" y="3084103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2" name="pl72"/>
              <p:cNvSpPr/>
              <p:nvPr/>
            </p:nvSpPr>
            <p:spPr>
              <a:xfrm>
                <a:off x="1430941" y="2382877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3" name="pl73"/>
              <p:cNvSpPr/>
              <p:nvPr/>
            </p:nvSpPr>
            <p:spPr>
              <a:xfrm>
                <a:off x="1430941" y="1681650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4" name="pl74"/>
              <p:cNvSpPr/>
              <p:nvPr/>
            </p:nvSpPr>
            <p:spPr>
              <a:xfrm>
                <a:off x="1952066" y="3257597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5" name="pl75"/>
              <p:cNvSpPr/>
              <p:nvPr/>
            </p:nvSpPr>
            <p:spPr>
              <a:xfrm>
                <a:off x="2470256" y="3257597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6" name="tx76"/>
              <p:cNvSpPr/>
              <p:nvPr/>
            </p:nvSpPr>
            <p:spPr>
              <a:xfrm>
                <a:off x="1855734" y="3320227"/>
                <a:ext cx="192664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-0.1</a:t>
                </a:r>
              </a:p>
            </p:txBody>
          </p:sp>
          <p:sp>
            <p:nvSpPr>
              <p:cNvPr id="77" name="tx77"/>
              <p:cNvSpPr/>
              <p:nvPr/>
            </p:nvSpPr>
            <p:spPr>
              <a:xfrm>
                <a:off x="2392532" y="3320227"/>
                <a:ext cx="15544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0.0</a:t>
                </a:r>
              </a:p>
            </p:txBody>
          </p:sp>
          <p:sp>
            <p:nvSpPr>
              <p:cNvPr id="78" name="tx78"/>
              <p:cNvSpPr/>
              <p:nvPr/>
            </p:nvSpPr>
            <p:spPr>
              <a:xfrm>
                <a:off x="1950337" y="3458531"/>
                <a:ext cx="473842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400" b="1" i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PCoA 1</a:t>
                </a:r>
              </a:p>
            </p:txBody>
          </p:sp>
          <p:sp>
            <p:nvSpPr>
              <p:cNvPr id="79" name="tx79"/>
              <p:cNvSpPr/>
              <p:nvPr/>
            </p:nvSpPr>
            <p:spPr>
              <a:xfrm rot="-5400000">
                <a:off x="797085" y="2183156"/>
                <a:ext cx="473842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400" b="1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PCoA 2</a:t>
                </a:r>
              </a:p>
            </p:txBody>
          </p:sp>
        </p:grpSp>
        <p:sp>
          <p:nvSpPr>
            <p:cNvPr id="100" name="tx97">
              <a:extLst>
                <a:ext uri="{FF2B5EF4-FFF2-40B4-BE49-F238E27FC236}">
                  <a16:creationId xmlns:a16="http://schemas.microsoft.com/office/drawing/2014/main" id="{0BC7470D-A812-3F6A-6580-4EB779E17535}"/>
                </a:ext>
              </a:extLst>
            </p:cNvPr>
            <p:cNvSpPr/>
            <p:nvPr/>
          </p:nvSpPr>
          <p:spPr>
            <a:xfrm>
              <a:off x="1979712" y="4149080"/>
              <a:ext cx="2696689" cy="22578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</a:t>
              </a:r>
              <a:r>
                <a:rPr lang="en-US" sz="200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Reference</a:t>
              </a:r>
              <a:endParaRPr sz="2000" i="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102" name="tx99">
              <a:extLst>
                <a:ext uri="{FF2B5EF4-FFF2-40B4-BE49-F238E27FC236}">
                  <a16:creationId xmlns:a16="http://schemas.microsoft.com/office/drawing/2014/main" id="{1829D111-5504-44C5-2BB5-4D1FAD2D4FDE}"/>
                </a:ext>
              </a:extLst>
            </p:cNvPr>
            <p:cNvSpPr/>
            <p:nvPr/>
          </p:nvSpPr>
          <p:spPr>
            <a:xfrm>
              <a:off x="3419872" y="1608704"/>
              <a:ext cx="2620301" cy="22578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RGM Latrine</a:t>
              </a:r>
            </a:p>
          </p:txBody>
        </p:sp>
      </p:grpSp>
      <p:cxnSp>
        <p:nvCxnSpPr>
          <p:cNvPr id="103" name="Straight Connector 107">
            <a:extLst>
              <a:ext uri="{FF2B5EF4-FFF2-40B4-BE49-F238E27FC236}">
                <a16:creationId xmlns:a16="http://schemas.microsoft.com/office/drawing/2014/main" id="{F4B97BF2-1632-7CF4-D094-6E0E5508B796}"/>
              </a:ext>
            </a:extLst>
          </p:cNvPr>
          <p:cNvCxnSpPr>
            <a:cxnSpLocks/>
          </p:cNvCxnSpPr>
          <p:nvPr/>
        </p:nvCxnSpPr>
        <p:spPr>
          <a:xfrm flipV="1">
            <a:off x="8009893" y="1721597"/>
            <a:ext cx="662912" cy="11713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roup 80">
            <a:extLst>
              <a:ext uri="{FF2B5EF4-FFF2-40B4-BE49-F238E27FC236}">
                <a16:creationId xmlns:a16="http://schemas.microsoft.com/office/drawing/2014/main" id="{057CFF54-A9AC-7CDD-111E-2774CC1767AB}"/>
              </a:ext>
            </a:extLst>
          </p:cNvPr>
          <p:cNvGrpSpPr/>
          <p:nvPr/>
        </p:nvGrpSpPr>
        <p:grpSpPr>
          <a:xfrm>
            <a:off x="760538" y="764704"/>
            <a:ext cx="8383462" cy="5821542"/>
            <a:chOff x="914400" y="914400"/>
            <a:chExt cx="8383462" cy="5821542"/>
          </a:xfrm>
        </p:grpSpPr>
        <p:grpSp>
          <p:nvGrpSpPr>
            <p:cNvPr id="2" name="Group 1"/>
            <p:cNvGrpSpPr>
              <a:grpSpLocks noChangeAspect="1"/>
            </p:cNvGrpSpPr>
            <p:nvPr/>
          </p:nvGrpSpPr>
          <p:grpSpPr>
            <a:xfrm>
              <a:off x="914400" y="914400"/>
              <a:ext cx="8383462" cy="5821542"/>
              <a:chOff x="914400" y="914400"/>
              <a:chExt cx="3950416" cy="2743200"/>
            </a:xfrm>
          </p:grpSpPr>
          <p:sp>
            <p:nvSpPr>
              <p:cNvPr id="3" name="rc3"/>
              <p:cNvSpPr/>
              <p:nvPr/>
            </p:nvSpPr>
            <p:spPr>
              <a:xfrm>
                <a:off x="914400" y="914400"/>
                <a:ext cx="3657600" cy="27432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9525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" name="rc4"/>
              <p:cNvSpPr/>
              <p:nvPr/>
            </p:nvSpPr>
            <p:spPr>
              <a:xfrm>
                <a:off x="914400" y="914400"/>
                <a:ext cx="3657600" cy="274320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  <a:ln w="13550" cap="rnd">
                <a:solidFill>
                  <a:srgbClr val="FFFFFF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" name="rc5"/>
              <p:cNvSpPr/>
              <p:nvPr/>
            </p:nvSpPr>
            <p:spPr>
              <a:xfrm>
                <a:off x="1310288" y="1208751"/>
                <a:ext cx="1096667" cy="1501035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" name="pl6"/>
              <p:cNvSpPr/>
              <p:nvPr/>
            </p:nvSpPr>
            <p:spPr>
              <a:xfrm>
                <a:off x="1310288" y="2454593"/>
                <a:ext cx="1096667" cy="0"/>
              </a:xfrm>
              <a:custGeom>
                <a:avLst/>
                <a:gdLst/>
                <a:ahLst/>
                <a:cxnLst/>
                <a:rect l="0" t="0" r="0" b="0"/>
                <a:pathLst>
                  <a:path w="1096667">
                    <a:moveTo>
                      <a:pt x="0" y="0"/>
                    </a:moveTo>
                    <a:lnTo>
                      <a:pt x="1096667" y="0"/>
                    </a:lnTo>
                    <a:lnTo>
                      <a:pt x="1096667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" name="pl7"/>
              <p:cNvSpPr/>
              <p:nvPr/>
            </p:nvSpPr>
            <p:spPr>
              <a:xfrm>
                <a:off x="1310288" y="2002868"/>
                <a:ext cx="1096667" cy="0"/>
              </a:xfrm>
              <a:custGeom>
                <a:avLst/>
                <a:gdLst/>
                <a:ahLst/>
                <a:cxnLst/>
                <a:rect l="0" t="0" r="0" b="0"/>
                <a:pathLst>
                  <a:path w="1096667">
                    <a:moveTo>
                      <a:pt x="0" y="0"/>
                    </a:moveTo>
                    <a:lnTo>
                      <a:pt x="1096667" y="0"/>
                    </a:lnTo>
                    <a:lnTo>
                      <a:pt x="1096667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8" name="pl8"/>
              <p:cNvSpPr/>
              <p:nvPr/>
            </p:nvSpPr>
            <p:spPr>
              <a:xfrm>
                <a:off x="1310288" y="1551143"/>
                <a:ext cx="1096667" cy="0"/>
              </a:xfrm>
              <a:custGeom>
                <a:avLst/>
                <a:gdLst/>
                <a:ahLst/>
                <a:cxnLst/>
                <a:rect l="0" t="0" r="0" b="0"/>
                <a:pathLst>
                  <a:path w="1096667">
                    <a:moveTo>
                      <a:pt x="0" y="0"/>
                    </a:moveTo>
                    <a:lnTo>
                      <a:pt x="1096667" y="0"/>
                    </a:lnTo>
                    <a:lnTo>
                      <a:pt x="1096667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9" name="pl9"/>
              <p:cNvSpPr/>
              <p:nvPr/>
            </p:nvSpPr>
            <p:spPr>
              <a:xfrm>
                <a:off x="1401677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0" name="pl10"/>
              <p:cNvSpPr/>
              <p:nvPr/>
            </p:nvSpPr>
            <p:spPr>
              <a:xfrm>
                <a:off x="1553991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1" name="pl11"/>
              <p:cNvSpPr/>
              <p:nvPr/>
            </p:nvSpPr>
            <p:spPr>
              <a:xfrm>
                <a:off x="1706306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2" name="pl12"/>
              <p:cNvSpPr/>
              <p:nvPr/>
            </p:nvSpPr>
            <p:spPr>
              <a:xfrm>
                <a:off x="1858621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3" name="pl13"/>
              <p:cNvSpPr/>
              <p:nvPr/>
            </p:nvSpPr>
            <p:spPr>
              <a:xfrm>
                <a:off x="2010936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4" name="pl14"/>
              <p:cNvSpPr/>
              <p:nvPr/>
            </p:nvSpPr>
            <p:spPr>
              <a:xfrm>
                <a:off x="2163251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5" name="pl15"/>
              <p:cNvSpPr/>
              <p:nvPr/>
            </p:nvSpPr>
            <p:spPr>
              <a:xfrm>
                <a:off x="2315566" y="1208751"/>
                <a:ext cx="0" cy="1501035"/>
              </a:xfrm>
              <a:custGeom>
                <a:avLst/>
                <a:gdLst/>
                <a:ahLst/>
                <a:cxnLst/>
                <a:rect l="0" t="0" r="0" b="0"/>
                <a:pathLst>
                  <a:path h="1501035">
                    <a:moveTo>
                      <a:pt x="0" y="1501035"/>
                    </a:moveTo>
                    <a:lnTo>
                      <a:pt x="0" y="0"/>
                    </a:ln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EBEBEB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6" name="rc16"/>
              <p:cNvSpPr/>
              <p:nvPr/>
            </p:nvSpPr>
            <p:spPr>
              <a:xfrm>
                <a:off x="1348366" y="1424546"/>
                <a:ext cx="106620" cy="578322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7" name="rc17"/>
              <p:cNvSpPr/>
              <p:nvPr/>
            </p:nvSpPr>
            <p:spPr>
              <a:xfrm>
                <a:off x="1500681" y="1456757"/>
                <a:ext cx="106620" cy="546111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8" name="rc18"/>
              <p:cNvSpPr/>
              <p:nvPr/>
            </p:nvSpPr>
            <p:spPr>
              <a:xfrm>
                <a:off x="1652996" y="1523431"/>
                <a:ext cx="106620" cy="479436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19" name="rc19"/>
              <p:cNvSpPr/>
              <p:nvPr/>
            </p:nvSpPr>
            <p:spPr>
              <a:xfrm>
                <a:off x="1805311" y="1606373"/>
                <a:ext cx="106620" cy="396495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0" name="rc20"/>
              <p:cNvSpPr/>
              <p:nvPr/>
            </p:nvSpPr>
            <p:spPr>
              <a:xfrm>
                <a:off x="1957626" y="1656457"/>
                <a:ext cx="106620" cy="346410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1" name="rc21"/>
              <p:cNvSpPr/>
              <p:nvPr/>
            </p:nvSpPr>
            <p:spPr>
              <a:xfrm>
                <a:off x="2109941" y="2002868"/>
                <a:ext cx="106620" cy="461531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2" name="rc22"/>
              <p:cNvSpPr/>
              <p:nvPr/>
            </p:nvSpPr>
            <p:spPr>
              <a:xfrm>
                <a:off x="2262256" y="2002868"/>
                <a:ext cx="106620" cy="539305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3" name="pl23"/>
              <p:cNvSpPr/>
              <p:nvPr/>
            </p:nvSpPr>
            <p:spPr>
              <a:xfrm>
                <a:off x="1386445" y="1276980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4" name="pl24"/>
              <p:cNvSpPr/>
              <p:nvPr/>
            </p:nvSpPr>
            <p:spPr>
              <a:xfrm>
                <a:off x="1401677" y="1276980"/>
                <a:ext cx="0" cy="295131"/>
              </a:xfrm>
              <a:custGeom>
                <a:avLst/>
                <a:gdLst/>
                <a:ahLst/>
                <a:cxnLst/>
                <a:rect l="0" t="0" r="0" b="0"/>
                <a:pathLst>
                  <a:path h="295131">
                    <a:moveTo>
                      <a:pt x="0" y="0"/>
                    </a:moveTo>
                    <a:lnTo>
                      <a:pt x="0" y="295131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5" name="pl25"/>
              <p:cNvSpPr/>
              <p:nvPr/>
            </p:nvSpPr>
            <p:spPr>
              <a:xfrm>
                <a:off x="1386445" y="1572112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6" name="pl26"/>
              <p:cNvSpPr/>
              <p:nvPr/>
            </p:nvSpPr>
            <p:spPr>
              <a:xfrm>
                <a:off x="1538760" y="1344391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7" name="pl27"/>
              <p:cNvSpPr/>
              <p:nvPr/>
            </p:nvSpPr>
            <p:spPr>
              <a:xfrm>
                <a:off x="1553991" y="1344391"/>
                <a:ext cx="0" cy="224730"/>
              </a:xfrm>
              <a:custGeom>
                <a:avLst/>
                <a:gdLst/>
                <a:ahLst/>
                <a:cxnLst/>
                <a:rect l="0" t="0" r="0" b="0"/>
                <a:pathLst>
                  <a:path h="224730">
                    <a:moveTo>
                      <a:pt x="0" y="0"/>
                    </a:moveTo>
                    <a:lnTo>
                      <a:pt x="0" y="22473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8" name="pl28"/>
              <p:cNvSpPr/>
              <p:nvPr/>
            </p:nvSpPr>
            <p:spPr>
              <a:xfrm>
                <a:off x="1538760" y="1569122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29" name="pl29"/>
              <p:cNvSpPr/>
              <p:nvPr/>
            </p:nvSpPr>
            <p:spPr>
              <a:xfrm>
                <a:off x="1691075" y="1433293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0" name="pl30"/>
              <p:cNvSpPr/>
              <p:nvPr/>
            </p:nvSpPr>
            <p:spPr>
              <a:xfrm>
                <a:off x="1706306" y="1433293"/>
                <a:ext cx="0" cy="180277"/>
              </a:xfrm>
              <a:custGeom>
                <a:avLst/>
                <a:gdLst/>
                <a:ahLst/>
                <a:cxnLst/>
                <a:rect l="0" t="0" r="0" b="0"/>
                <a:pathLst>
                  <a:path h="180277">
                    <a:moveTo>
                      <a:pt x="0" y="0"/>
                    </a:moveTo>
                    <a:lnTo>
                      <a:pt x="0" y="180277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1" name="pl31"/>
              <p:cNvSpPr/>
              <p:nvPr/>
            </p:nvSpPr>
            <p:spPr>
              <a:xfrm>
                <a:off x="1691075" y="1613570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2" name="pl32"/>
              <p:cNvSpPr/>
              <p:nvPr/>
            </p:nvSpPr>
            <p:spPr>
              <a:xfrm>
                <a:off x="1843390" y="1504861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3" name="pl33"/>
              <p:cNvSpPr/>
              <p:nvPr/>
            </p:nvSpPr>
            <p:spPr>
              <a:xfrm>
                <a:off x="1858621" y="1504861"/>
                <a:ext cx="0" cy="203023"/>
              </a:xfrm>
              <a:custGeom>
                <a:avLst/>
                <a:gdLst/>
                <a:ahLst/>
                <a:cxnLst/>
                <a:rect l="0" t="0" r="0" b="0"/>
                <a:pathLst>
                  <a:path h="203023">
                    <a:moveTo>
                      <a:pt x="0" y="0"/>
                    </a:moveTo>
                    <a:lnTo>
                      <a:pt x="0" y="203023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4" name="pl34"/>
              <p:cNvSpPr/>
              <p:nvPr/>
            </p:nvSpPr>
            <p:spPr>
              <a:xfrm>
                <a:off x="1843390" y="1707884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5" name="pl35"/>
              <p:cNvSpPr/>
              <p:nvPr/>
            </p:nvSpPr>
            <p:spPr>
              <a:xfrm>
                <a:off x="1995705" y="1574899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6" name="pl36"/>
              <p:cNvSpPr/>
              <p:nvPr/>
            </p:nvSpPr>
            <p:spPr>
              <a:xfrm>
                <a:off x="2010936" y="1574899"/>
                <a:ext cx="0" cy="163117"/>
              </a:xfrm>
              <a:custGeom>
                <a:avLst/>
                <a:gdLst/>
                <a:ahLst/>
                <a:cxnLst/>
                <a:rect l="0" t="0" r="0" b="0"/>
                <a:pathLst>
                  <a:path h="163117">
                    <a:moveTo>
                      <a:pt x="0" y="0"/>
                    </a:moveTo>
                    <a:lnTo>
                      <a:pt x="0" y="163117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7" name="pl37"/>
              <p:cNvSpPr/>
              <p:nvPr/>
            </p:nvSpPr>
            <p:spPr>
              <a:xfrm>
                <a:off x="1995705" y="1738016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8" name="pl38"/>
              <p:cNvSpPr/>
              <p:nvPr/>
            </p:nvSpPr>
            <p:spPr>
              <a:xfrm>
                <a:off x="2148020" y="2389173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39" name="pl39"/>
              <p:cNvSpPr/>
              <p:nvPr/>
            </p:nvSpPr>
            <p:spPr>
              <a:xfrm>
                <a:off x="2163251" y="2389173"/>
                <a:ext cx="0" cy="150453"/>
              </a:xfrm>
              <a:custGeom>
                <a:avLst/>
                <a:gdLst/>
                <a:ahLst/>
                <a:cxnLst/>
                <a:rect l="0" t="0" r="0" b="0"/>
                <a:pathLst>
                  <a:path h="150453">
                    <a:moveTo>
                      <a:pt x="0" y="0"/>
                    </a:moveTo>
                    <a:lnTo>
                      <a:pt x="0" y="150453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0" name="pl40"/>
              <p:cNvSpPr/>
              <p:nvPr/>
            </p:nvSpPr>
            <p:spPr>
              <a:xfrm>
                <a:off x="2148020" y="2539626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1" name="pl41"/>
              <p:cNvSpPr/>
              <p:nvPr/>
            </p:nvSpPr>
            <p:spPr>
              <a:xfrm>
                <a:off x="2300335" y="2442789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2" name="pl42"/>
              <p:cNvSpPr/>
              <p:nvPr/>
            </p:nvSpPr>
            <p:spPr>
              <a:xfrm>
                <a:off x="2315566" y="2442789"/>
                <a:ext cx="0" cy="198768"/>
              </a:xfrm>
              <a:custGeom>
                <a:avLst/>
                <a:gdLst/>
                <a:ahLst/>
                <a:cxnLst/>
                <a:rect l="0" t="0" r="0" b="0"/>
                <a:pathLst>
                  <a:path h="198768">
                    <a:moveTo>
                      <a:pt x="0" y="0"/>
                    </a:moveTo>
                    <a:lnTo>
                      <a:pt x="0" y="198768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3" name="pl43"/>
              <p:cNvSpPr/>
              <p:nvPr/>
            </p:nvSpPr>
            <p:spPr>
              <a:xfrm>
                <a:off x="2300335" y="2641557"/>
                <a:ext cx="30462" cy="0"/>
              </a:xfrm>
              <a:custGeom>
                <a:avLst/>
                <a:gdLst/>
                <a:ahLst/>
                <a:cxnLst/>
                <a:rect l="0" t="0" r="0" b="0"/>
                <a:pathLst>
                  <a:path w="30462">
                    <a:moveTo>
                      <a:pt x="0" y="0"/>
                    </a:moveTo>
                    <a:lnTo>
                      <a:pt x="30462" y="0"/>
                    </a:lnTo>
                  </a:path>
                </a:pathLst>
              </a:custGeom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4" name="rc44"/>
              <p:cNvSpPr/>
              <p:nvPr/>
            </p:nvSpPr>
            <p:spPr>
              <a:xfrm>
                <a:off x="1310288" y="1208751"/>
                <a:ext cx="1096667" cy="1501035"/>
              </a:xfrm>
              <a:prstGeom prst="rect">
                <a:avLst/>
              </a:prstGeom>
              <a:noFill/>
              <a:ln w="13550" cap="rnd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5" name="tx45"/>
              <p:cNvSpPr/>
              <p:nvPr/>
            </p:nvSpPr>
            <p:spPr>
              <a:xfrm>
                <a:off x="1148262" y="2414588"/>
                <a:ext cx="99395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-2</a:t>
                </a:r>
              </a:p>
            </p:txBody>
          </p:sp>
          <p:sp>
            <p:nvSpPr>
              <p:cNvPr id="46" name="tx46"/>
              <p:cNvSpPr/>
              <p:nvPr/>
            </p:nvSpPr>
            <p:spPr>
              <a:xfrm>
                <a:off x="1185478" y="1962863"/>
                <a:ext cx="6217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0</a:t>
                </a:r>
              </a:p>
            </p:txBody>
          </p:sp>
          <p:sp>
            <p:nvSpPr>
              <p:cNvPr id="47" name="tx47"/>
              <p:cNvSpPr/>
              <p:nvPr/>
            </p:nvSpPr>
            <p:spPr>
              <a:xfrm>
                <a:off x="1185478" y="1511138"/>
                <a:ext cx="6217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000" b="0" i="0" dirty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2</a:t>
                </a:r>
              </a:p>
            </p:txBody>
          </p:sp>
          <p:sp>
            <p:nvSpPr>
              <p:cNvPr id="48" name="pl48"/>
              <p:cNvSpPr/>
              <p:nvPr/>
            </p:nvSpPr>
            <p:spPr>
              <a:xfrm>
                <a:off x="1275493" y="2454593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49" name="pl49"/>
              <p:cNvSpPr/>
              <p:nvPr/>
            </p:nvSpPr>
            <p:spPr>
              <a:xfrm>
                <a:off x="1275493" y="2002868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0" name="pl50"/>
              <p:cNvSpPr/>
              <p:nvPr/>
            </p:nvSpPr>
            <p:spPr>
              <a:xfrm>
                <a:off x="1275493" y="1551143"/>
                <a:ext cx="34794" cy="0"/>
              </a:xfrm>
              <a:custGeom>
                <a:avLst/>
                <a:gdLst/>
                <a:ahLst/>
                <a:cxnLst/>
                <a:rect l="0" t="0" r="0" b="0"/>
                <a:pathLst>
                  <a:path w="34794">
                    <a:moveTo>
                      <a:pt x="0" y="0"/>
                    </a:moveTo>
                    <a:lnTo>
                      <a:pt x="34794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1" name="pl51"/>
              <p:cNvSpPr/>
              <p:nvPr/>
            </p:nvSpPr>
            <p:spPr>
              <a:xfrm>
                <a:off x="1401677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2" name="pl52"/>
              <p:cNvSpPr/>
              <p:nvPr/>
            </p:nvSpPr>
            <p:spPr>
              <a:xfrm>
                <a:off x="1553991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3" name="pl53"/>
              <p:cNvSpPr/>
              <p:nvPr/>
            </p:nvSpPr>
            <p:spPr>
              <a:xfrm>
                <a:off x="1706306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4" name="pl54"/>
              <p:cNvSpPr/>
              <p:nvPr/>
            </p:nvSpPr>
            <p:spPr>
              <a:xfrm>
                <a:off x="1858621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5" name="pl55"/>
              <p:cNvSpPr/>
              <p:nvPr/>
            </p:nvSpPr>
            <p:spPr>
              <a:xfrm>
                <a:off x="2010936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6" name="pl56"/>
              <p:cNvSpPr/>
              <p:nvPr/>
            </p:nvSpPr>
            <p:spPr>
              <a:xfrm>
                <a:off x="2163251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7" name="pl57"/>
              <p:cNvSpPr/>
              <p:nvPr/>
            </p:nvSpPr>
            <p:spPr>
              <a:xfrm>
                <a:off x="2315566" y="2709786"/>
                <a:ext cx="0" cy="34794"/>
              </a:xfrm>
              <a:custGeom>
                <a:avLst/>
                <a:gdLst/>
                <a:ahLst/>
                <a:cxnLst/>
                <a:rect l="0" t="0" r="0" b="0"/>
                <a:pathLst>
                  <a:path h="34794">
                    <a:moveTo>
                      <a:pt x="0" y="34794"/>
                    </a:moveTo>
                    <a:lnTo>
                      <a:pt x="0" y="0"/>
                    </a:lnTo>
                  </a:path>
                </a:pathLst>
              </a:custGeom>
              <a:ln w="13550" cap="flat">
                <a:solidFill>
                  <a:srgbClr val="333333">
                    <a:alpha val="100000"/>
                  </a:srgbClr>
                </a:solidFill>
                <a:prstDash val="solid"/>
                <a:round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58" name="tx58"/>
              <p:cNvSpPr/>
              <p:nvPr/>
            </p:nvSpPr>
            <p:spPr>
              <a:xfrm rot="18900000">
                <a:off x="3142367" y="2486120"/>
                <a:ext cx="80768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 dirty="0" err="1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Heterotrichea_X</a:t>
                </a:r>
                <a:endParaRPr sz="880" b="0" i="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59" name="tx59"/>
              <p:cNvSpPr/>
              <p:nvPr/>
            </p:nvSpPr>
            <p:spPr>
              <a:xfrm rot="18900000">
                <a:off x="3087930" y="2571759"/>
                <a:ext cx="1049914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Chlamydomonadales</a:t>
                </a:r>
              </a:p>
            </p:txBody>
          </p:sp>
          <p:sp>
            <p:nvSpPr>
              <p:cNvPr id="60" name="tx60"/>
              <p:cNvSpPr/>
              <p:nvPr/>
            </p:nvSpPr>
            <p:spPr>
              <a:xfrm rot="18900000">
                <a:off x="3505611" y="2461841"/>
                <a:ext cx="739018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Himatismenida</a:t>
                </a:r>
              </a:p>
            </p:txBody>
          </p:sp>
          <p:sp>
            <p:nvSpPr>
              <p:cNvPr id="61" name="tx61"/>
              <p:cNvSpPr/>
              <p:nvPr/>
            </p:nvSpPr>
            <p:spPr>
              <a:xfrm rot="18900000">
                <a:off x="3811604" y="2398185"/>
                <a:ext cx="558972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Hypotrichia</a:t>
                </a:r>
              </a:p>
            </p:txBody>
          </p:sp>
          <p:sp>
            <p:nvSpPr>
              <p:cNvPr id="62" name="tx62"/>
              <p:cNvSpPr/>
              <p:nvPr/>
            </p:nvSpPr>
            <p:spPr>
              <a:xfrm rot="18900000">
                <a:off x="3809929" y="2461970"/>
                <a:ext cx="73938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Thecamoebida</a:t>
                </a:r>
              </a:p>
            </p:txBody>
          </p:sp>
          <p:sp>
            <p:nvSpPr>
              <p:cNvPr id="63" name="tx63"/>
              <p:cNvSpPr/>
              <p:nvPr/>
            </p:nvSpPr>
            <p:spPr>
              <a:xfrm rot="18900000">
                <a:off x="3792799" y="2532156"/>
                <a:ext cx="937900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Ustilaginomycotina</a:t>
                </a:r>
              </a:p>
            </p:txBody>
          </p:sp>
          <p:sp>
            <p:nvSpPr>
              <p:cNvPr id="64" name="tx64"/>
              <p:cNvSpPr/>
              <p:nvPr/>
            </p:nvSpPr>
            <p:spPr>
              <a:xfrm rot="18900000">
                <a:off x="4051183" y="2488221"/>
                <a:ext cx="81363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880" b="0" i="0">
                    <a:solidFill>
                      <a:srgbClr val="4D4D4D">
                        <a:alpha val="100000"/>
                      </a:srgbClr>
                    </a:solidFill>
                    <a:latin typeface="Arial"/>
                    <a:cs typeface="Arial"/>
                  </a:rPr>
                  <a:t>Microthamniales</a:t>
                </a:r>
              </a:p>
            </p:txBody>
          </p:sp>
          <p:sp>
            <p:nvSpPr>
              <p:cNvPr id="65" name="tx65"/>
              <p:cNvSpPr/>
              <p:nvPr/>
            </p:nvSpPr>
            <p:spPr>
              <a:xfrm rot="-5400000">
                <a:off x="536664" y="1909251"/>
                <a:ext cx="994684" cy="100035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sz="2400" b="1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Log fold change</a:t>
                </a:r>
              </a:p>
            </p:txBody>
          </p:sp>
          <p:sp>
            <p:nvSpPr>
              <p:cNvPr id="66" name="rc66"/>
              <p:cNvSpPr/>
              <p:nvPr/>
            </p:nvSpPr>
            <p:spPr>
              <a:xfrm>
                <a:off x="2546133" y="1670224"/>
                <a:ext cx="1956276" cy="578090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7" name="rc67"/>
              <p:cNvSpPr/>
              <p:nvPr/>
            </p:nvSpPr>
            <p:spPr>
              <a:xfrm>
                <a:off x="2615723" y="1739813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8" name="rc68"/>
              <p:cNvSpPr/>
              <p:nvPr/>
            </p:nvSpPr>
            <p:spPr>
              <a:xfrm>
                <a:off x="2464302" y="1405574"/>
                <a:ext cx="201456" cy="201456"/>
              </a:xfrm>
              <a:prstGeom prst="rect">
                <a:avLst/>
              </a:prstGeom>
              <a:solidFill>
                <a:srgbClr val="7D26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69" name="rc69"/>
              <p:cNvSpPr/>
              <p:nvPr/>
            </p:nvSpPr>
            <p:spPr>
              <a:xfrm>
                <a:off x="2615723" y="1959269"/>
                <a:ext cx="219456" cy="219456"/>
              </a:xfrm>
              <a:prstGeom prst="rect">
                <a:avLst/>
              </a:prstGeom>
              <a:solidFill>
                <a:srgbClr val="FFFFFF">
                  <a:alpha val="100000"/>
                </a:srgbClr>
              </a:solidFill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0" name="rc70"/>
              <p:cNvSpPr/>
              <p:nvPr/>
            </p:nvSpPr>
            <p:spPr>
              <a:xfrm>
                <a:off x="2472836" y="1785861"/>
                <a:ext cx="201456" cy="201455"/>
              </a:xfrm>
              <a:prstGeom prst="rect">
                <a:avLst/>
              </a:prstGeom>
              <a:solidFill>
                <a:srgbClr val="00CDCD">
                  <a:alpha val="100000"/>
                </a:srgbClr>
              </a:solidFill>
              <a:ln w="13550" cap="flat">
                <a:solidFill>
                  <a:srgbClr val="000000">
                    <a:alpha val="100000"/>
                  </a:srgbClr>
                </a:solidFill>
                <a:prstDash val="solid"/>
                <a:miter/>
              </a:ln>
            </p:spPr>
            <p:txBody>
              <a:bodyPr/>
              <a:lstStyle/>
              <a:p>
                <a:endParaRPr/>
              </a:p>
            </p:txBody>
          </p:sp>
          <p:sp>
            <p:nvSpPr>
              <p:cNvPr id="71" name="tx71"/>
              <p:cNvSpPr/>
              <p:nvPr/>
            </p:nvSpPr>
            <p:spPr>
              <a:xfrm>
                <a:off x="2406954" y="1473196"/>
                <a:ext cx="1447129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b="0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More abundant </a:t>
                </a:r>
              </a:p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b="0" i="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in latrines</a:t>
                </a:r>
                <a:endParaRPr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  <p:sp>
            <p:nvSpPr>
              <p:cNvPr id="72" name="tx72"/>
              <p:cNvSpPr/>
              <p:nvPr/>
            </p:nvSpPr>
            <p:spPr>
              <a:xfrm>
                <a:off x="2365322" y="1917514"/>
                <a:ext cx="1528053" cy="80010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1"/>
              <a:lstStyle/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More abundant </a:t>
                </a:r>
              </a:p>
              <a:p>
                <a:pPr marL="0" marR="0" indent="0" algn="l"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20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in reference </a:t>
                </a:r>
                <a:br>
                  <a:rPr lang="en-US" sz="20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</a:br>
                <a:r>
                  <a:rPr lang="en-US" sz="2000" dirty="0">
                    <a:solidFill>
                      <a:srgbClr val="000000">
                        <a:alpha val="100000"/>
                      </a:srgbClr>
                    </a:solidFill>
                    <a:latin typeface="Arial"/>
                    <a:cs typeface="Arial"/>
                  </a:rPr>
                  <a:t>sediments</a:t>
                </a:r>
                <a:endParaRPr sz="2000" b="0" i="0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endParaRPr>
              </a:p>
            </p:txBody>
          </p:sp>
        </p:grpSp>
        <p:sp>
          <p:nvSpPr>
            <p:cNvPr id="74" name="tx47">
              <a:extLst>
                <a:ext uri="{FF2B5EF4-FFF2-40B4-BE49-F238E27FC236}">
                  <a16:creationId xmlns:a16="http://schemas.microsoft.com/office/drawing/2014/main" id="{518008D5-80F7-D81E-9E5A-F735490AE736}"/>
                </a:ext>
              </a:extLst>
            </p:cNvPr>
            <p:cNvSpPr/>
            <p:nvPr/>
          </p:nvSpPr>
          <p:spPr>
            <a:xfrm>
              <a:off x="1882505" y="4848547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5" name="tx47">
              <a:extLst>
                <a:ext uri="{FF2B5EF4-FFF2-40B4-BE49-F238E27FC236}">
                  <a16:creationId xmlns:a16="http://schemas.microsoft.com/office/drawing/2014/main" id="{71FA3B0A-9CD8-DDF6-DFE0-3E23E6B9DEB5}"/>
                </a:ext>
              </a:extLst>
            </p:cNvPr>
            <p:cNvSpPr/>
            <p:nvPr/>
          </p:nvSpPr>
          <p:spPr>
            <a:xfrm>
              <a:off x="2202996" y="4848545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6" name="tx47">
              <a:extLst>
                <a:ext uri="{FF2B5EF4-FFF2-40B4-BE49-F238E27FC236}">
                  <a16:creationId xmlns:a16="http://schemas.microsoft.com/office/drawing/2014/main" id="{E9221D24-FB7F-5A71-A9D1-83CD88E2F17B}"/>
                </a:ext>
              </a:extLst>
            </p:cNvPr>
            <p:cNvSpPr/>
            <p:nvPr/>
          </p:nvSpPr>
          <p:spPr>
            <a:xfrm>
              <a:off x="2528864" y="4848547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7" name="tx47">
              <a:extLst>
                <a:ext uri="{FF2B5EF4-FFF2-40B4-BE49-F238E27FC236}">
                  <a16:creationId xmlns:a16="http://schemas.microsoft.com/office/drawing/2014/main" id="{615D1340-73F3-FC4A-44CC-04E3A5099BB7}"/>
                </a:ext>
              </a:extLst>
            </p:cNvPr>
            <p:cNvSpPr/>
            <p:nvPr/>
          </p:nvSpPr>
          <p:spPr>
            <a:xfrm>
              <a:off x="2848213" y="4848546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8" name="tx47">
              <a:extLst>
                <a:ext uri="{FF2B5EF4-FFF2-40B4-BE49-F238E27FC236}">
                  <a16:creationId xmlns:a16="http://schemas.microsoft.com/office/drawing/2014/main" id="{367A31B9-5601-DB29-3D53-C03AD0CC84E0}"/>
                </a:ext>
              </a:extLst>
            </p:cNvPr>
            <p:cNvSpPr/>
            <p:nvPr/>
          </p:nvSpPr>
          <p:spPr>
            <a:xfrm>
              <a:off x="3174081" y="4848867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79" name="tx47">
              <a:extLst>
                <a:ext uri="{FF2B5EF4-FFF2-40B4-BE49-F238E27FC236}">
                  <a16:creationId xmlns:a16="http://schemas.microsoft.com/office/drawing/2014/main" id="{EC0D66F8-2F75-4E6A-4E1F-9D3D5DFF7AEA}"/>
                </a:ext>
              </a:extLst>
            </p:cNvPr>
            <p:cNvSpPr/>
            <p:nvPr/>
          </p:nvSpPr>
          <p:spPr>
            <a:xfrm>
              <a:off x="3507331" y="4848544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  <p:sp>
          <p:nvSpPr>
            <p:cNvPr id="80" name="tx47">
              <a:extLst>
                <a:ext uri="{FF2B5EF4-FFF2-40B4-BE49-F238E27FC236}">
                  <a16:creationId xmlns:a16="http://schemas.microsoft.com/office/drawing/2014/main" id="{1CDC476E-AD04-E4DD-36CD-C6353B023702}"/>
                </a:ext>
              </a:extLst>
            </p:cNvPr>
            <p:cNvSpPr/>
            <p:nvPr/>
          </p:nvSpPr>
          <p:spPr>
            <a:xfrm>
              <a:off x="3822870" y="4848544"/>
              <a:ext cx="131955" cy="16979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lang="en-US" sz="2000" dirty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  <a:endParaRPr sz="2000" b="0" i="0" dirty="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endParaRPr>
            </a:p>
          </p:txBody>
        </p:sp>
      </p:grpSp>
      <p:sp>
        <p:nvSpPr>
          <p:cNvPr id="82" name="TextBox 81">
            <a:extLst>
              <a:ext uri="{FF2B5EF4-FFF2-40B4-BE49-F238E27FC236}">
                <a16:creationId xmlns:a16="http://schemas.microsoft.com/office/drawing/2014/main" id="{E85C46D3-4A9D-A633-58A5-6234F3F732DC}"/>
              </a:ext>
            </a:extLst>
          </p:cNvPr>
          <p:cNvSpPr txBox="1"/>
          <p:nvPr/>
        </p:nvSpPr>
        <p:spPr>
          <a:xfrm>
            <a:off x="6444208" y="1124744"/>
            <a:ext cx="25202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dirty="0" err="1"/>
              <a:t>Heterotrichea</a:t>
            </a:r>
            <a:endParaRPr lang="en-US" dirty="0"/>
          </a:p>
          <a:p>
            <a:r>
              <a:rPr lang="en-US" dirty="0"/>
              <a:t>2. </a:t>
            </a:r>
            <a:r>
              <a:rPr lang="en-US" dirty="0" err="1"/>
              <a:t>Chlamydomonadales</a:t>
            </a:r>
            <a:endParaRPr lang="en-US" dirty="0"/>
          </a:p>
          <a:p>
            <a:r>
              <a:rPr lang="en-US" dirty="0"/>
              <a:t>3. </a:t>
            </a:r>
            <a:r>
              <a:rPr lang="en-US" dirty="0" err="1"/>
              <a:t>Himatismenida</a:t>
            </a:r>
            <a:endParaRPr lang="en-US" dirty="0"/>
          </a:p>
          <a:p>
            <a:r>
              <a:rPr lang="en-US" dirty="0"/>
              <a:t>4. </a:t>
            </a:r>
            <a:r>
              <a:rPr lang="en-US" dirty="0" err="1"/>
              <a:t>Hypotrichia</a:t>
            </a:r>
            <a:endParaRPr lang="en-US" dirty="0"/>
          </a:p>
          <a:p>
            <a:r>
              <a:rPr lang="en-US" dirty="0"/>
              <a:t>5. </a:t>
            </a:r>
            <a:r>
              <a:rPr lang="en-US" dirty="0" err="1"/>
              <a:t>Thecamoebida</a:t>
            </a:r>
            <a:endParaRPr lang="en-US" dirty="0"/>
          </a:p>
          <a:p>
            <a:r>
              <a:rPr lang="en-US" dirty="0"/>
              <a:t>6. </a:t>
            </a:r>
            <a:r>
              <a:rPr lang="en-US" dirty="0" err="1"/>
              <a:t>Ustilaginomycotina</a:t>
            </a:r>
            <a:endParaRPr lang="en-US" dirty="0"/>
          </a:p>
          <a:p>
            <a:r>
              <a:rPr lang="en-US" dirty="0"/>
              <a:t>7. </a:t>
            </a:r>
            <a:r>
              <a:rPr lang="en-US" dirty="0" err="1"/>
              <a:t>Microthamniales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9333c23-cac7-42f4-9989-5cee3d4a79c0}" enabled="0" method="" siteId="{e9333c23-cac7-42f4-9989-5cee3d4a79c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97</Words>
  <Application>Microsoft Office PowerPoint</Application>
  <PresentationFormat>On-screen Show (4:3)</PresentationFormat>
  <Paragraphs>56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Eckhoff, Amanda Bryn - eckhofax</cp:lastModifiedBy>
  <cp:revision>4</cp:revision>
  <dcterms:created xsi:type="dcterms:W3CDTF">2017-02-13T16:18:36Z</dcterms:created>
  <dcterms:modified xsi:type="dcterms:W3CDTF">2026-04-07T18:57:34Z</dcterms:modified>
  <cp:category/>
</cp:coreProperties>
</file>